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50"/>
  </p:notesMasterIdLst>
  <p:handoutMasterIdLst>
    <p:handoutMasterId r:id="rId51"/>
  </p:handoutMasterIdLst>
  <p:sldIdLst>
    <p:sldId id="256" r:id="rId5"/>
    <p:sldId id="257" r:id="rId6"/>
    <p:sldId id="279" r:id="rId7"/>
    <p:sldId id="280" r:id="rId8"/>
    <p:sldId id="281" r:id="rId9"/>
    <p:sldId id="282" r:id="rId10"/>
    <p:sldId id="283" r:id="rId11"/>
    <p:sldId id="284" r:id="rId12"/>
    <p:sldId id="278" r:id="rId13"/>
    <p:sldId id="285" r:id="rId14"/>
    <p:sldId id="286" r:id="rId15"/>
    <p:sldId id="287" r:id="rId16"/>
    <p:sldId id="288" r:id="rId17"/>
    <p:sldId id="289" r:id="rId18"/>
    <p:sldId id="259" r:id="rId19"/>
    <p:sldId id="291" r:id="rId20"/>
    <p:sldId id="292" r:id="rId21"/>
    <p:sldId id="293" r:id="rId22"/>
    <p:sldId id="294" r:id="rId23"/>
    <p:sldId id="295" r:id="rId24"/>
    <p:sldId id="260" r:id="rId25"/>
    <p:sldId id="262" r:id="rId26"/>
    <p:sldId id="296" r:id="rId27"/>
    <p:sldId id="297" r:id="rId28"/>
    <p:sldId id="298" r:id="rId29"/>
    <p:sldId id="299" r:id="rId30"/>
    <p:sldId id="300" r:id="rId31"/>
    <p:sldId id="301" r:id="rId32"/>
    <p:sldId id="302" r:id="rId33"/>
    <p:sldId id="303" r:id="rId34"/>
    <p:sldId id="304" r:id="rId35"/>
    <p:sldId id="305" r:id="rId36"/>
    <p:sldId id="306" r:id="rId37"/>
    <p:sldId id="307" r:id="rId38"/>
    <p:sldId id="308" r:id="rId39"/>
    <p:sldId id="310" r:id="rId40"/>
    <p:sldId id="311" r:id="rId41"/>
    <p:sldId id="313" r:id="rId42"/>
    <p:sldId id="314" r:id="rId43"/>
    <p:sldId id="315" r:id="rId44"/>
    <p:sldId id="316" r:id="rId45"/>
    <p:sldId id="317" r:id="rId46"/>
    <p:sldId id="318" r:id="rId47"/>
    <p:sldId id="274" r:id="rId48"/>
    <p:sldId id="275"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C6CB7"/>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577B8F-2DDE-B238-0AD2-F733691928E1}" v="43" dt="2025-06-22T12:45:00.107"/>
    <p1510:client id="{19E0893C-5449-C7F3-1C21-9E9152F320D6}" v="10" dt="2025-06-22T13:07:47.721"/>
    <p1510:client id="{1F9DF109-9DE2-A7F6-33B7-C61F5E9BF5B3}" v="44" dt="2025-06-22T16:53:47.659"/>
    <p1510:client id="{6E0DC56E-FA0E-2584-6A20-C68B7C47D5B3}" v="47" dt="2025-06-21T16:12:45.436"/>
    <p1510:client id="{9A14F142-40AC-9375-3C75-5AE7587A0893}" v="18" dt="2025-06-21T16:56:57.065"/>
    <p1510:client id="{9AA08513-8904-3260-D4BF-7CD4AC6115A7}" v="41" dt="2025-06-23T12:18:48.230"/>
    <p1510:client id="{9FAEF931-DA90-35F9-13B1-62748EB76DF5}" v="56" dt="2025-06-23T13:11:13.843"/>
    <p1510:client id="{CE183E54-1207-2EF3-5BA8-99C91C5DF186}" v="24" dt="2025-06-21T15:54:43.437"/>
  </p1510:revLst>
</p1510:revInfo>
</file>

<file path=ppt/tableStyles.xml><?xml version="1.0" encoding="utf-8"?>
<a:tblStyleLst xmlns:a="http://schemas.openxmlformats.org/drawingml/2006/main" def="{5C22544A-7EE6-4342-B048-85BDC9FD1C3A}">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handoutMaster" Target="handoutMasters/handout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7047056-A4A4-49C6-B53A-A3B5AD2C9E0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D56B0B6-1521-4655-A849-832BDEEDBBA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17A7818-9FD1-4A4A-BBB8-A8F7A885158A}" type="datetimeFigureOut">
              <a:rPr lang="en-US" smtClean="0"/>
              <a:t>6/26/2025</a:t>
            </a:fld>
            <a:endParaRPr lang="en-US"/>
          </a:p>
        </p:txBody>
      </p:sp>
      <p:sp>
        <p:nvSpPr>
          <p:cNvPr id="4" name="Footer Placeholder 3">
            <a:extLst>
              <a:ext uri="{FF2B5EF4-FFF2-40B4-BE49-F238E27FC236}">
                <a16:creationId xmlns:a16="http://schemas.microsoft.com/office/drawing/2014/main" id="{476D0097-1060-4E43-8794-A93E30064AC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29457E5-A2BA-4F1E-ACE4-06A1C8C83D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7B95B5C-AE81-486B-8299-C690ADF087B7}" type="slidenum">
              <a:rPr lang="en-US" smtClean="0"/>
              <a:t>‹#›</a:t>
            </a:fld>
            <a:endParaRPr lang="en-US"/>
          </a:p>
        </p:txBody>
      </p:sp>
    </p:spTree>
    <p:extLst>
      <p:ext uri="{BB962C8B-B14F-4D97-AF65-F5344CB8AC3E}">
        <p14:creationId xmlns:p14="http://schemas.microsoft.com/office/powerpoint/2010/main" val="149632293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068347-4327-4298-850E-31E39F309FB1}" type="datetimeFigureOut">
              <a:rPr lang="en-US" smtClean="0"/>
              <a:t>6/26/2025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22D2F8-28A7-48E8-ADD3-E9583D47D83D}" type="slidenum">
              <a:rPr lang="en-US" smtClean="0"/>
              <a:t>‹#›</a:t>
            </a:fld>
            <a:endParaRPr lang="en-US"/>
          </a:p>
        </p:txBody>
      </p:sp>
    </p:spTree>
    <p:extLst>
      <p:ext uri="{BB962C8B-B14F-4D97-AF65-F5344CB8AC3E}">
        <p14:creationId xmlns:p14="http://schemas.microsoft.com/office/powerpoint/2010/main" val="13179189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accent1"/>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C7F6B47B-FE57-44F5-B5A8-26DF978ABF2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0F9444BC-BA6E-47AE-9F54-D7B7A498323F}"/>
              </a:ext>
            </a:extLst>
          </p:cNvPr>
          <p:cNvSpPr>
            <a:spLocks noGrp="1"/>
          </p:cNvSpPr>
          <p:nvPr>
            <p:ph type="title" hasCustomPrompt="1"/>
          </p:nvPr>
        </p:nvSpPr>
        <p:spPr>
          <a:xfrm>
            <a:off x="825674" y="1327759"/>
            <a:ext cx="4989628" cy="1929505"/>
          </a:xfrm>
          <a:prstGeom prst="rect">
            <a:avLst/>
          </a:prstGeom>
        </p:spPr>
        <p:txBody>
          <a:bodyPr anchor="b"/>
          <a:lstStyle>
            <a:lvl1pPr>
              <a:defRPr sz="4800" cap="all" spc="400" baseline="0">
                <a:solidFill>
                  <a:schemeClr val="accent6"/>
                </a:solidFill>
              </a:defRPr>
            </a:lvl1pPr>
          </a:lstStyle>
          <a:p>
            <a:r>
              <a:rPr lang="en-US"/>
              <a:t>Click to add title</a:t>
            </a:r>
          </a:p>
        </p:txBody>
      </p:sp>
      <p:sp>
        <p:nvSpPr>
          <p:cNvPr id="14" name="Text Placeholder 13">
            <a:extLst>
              <a:ext uri="{FF2B5EF4-FFF2-40B4-BE49-F238E27FC236}">
                <a16:creationId xmlns:a16="http://schemas.microsoft.com/office/drawing/2014/main" id="{36ACD8B9-402D-4E40-BE1F-410604448141}"/>
              </a:ext>
            </a:extLst>
          </p:cNvPr>
          <p:cNvSpPr>
            <a:spLocks noGrp="1"/>
          </p:cNvSpPr>
          <p:nvPr>
            <p:ph type="body" sz="quarter" idx="12" hasCustomPrompt="1"/>
          </p:nvPr>
        </p:nvSpPr>
        <p:spPr>
          <a:xfrm>
            <a:off x="838934" y="3257264"/>
            <a:ext cx="4989628" cy="816022"/>
          </a:xfrm>
          <a:prstGeom prst="rect">
            <a:avLst/>
          </a:prstGeom>
        </p:spPr>
        <p:txBody>
          <a:bodyPr>
            <a:normAutofit/>
          </a:bodyPr>
          <a:lstStyle>
            <a:lvl1pPr marL="0" indent="0" algn="l">
              <a:buNone/>
              <a:defRPr sz="1800" i="0">
                <a:solidFill>
                  <a:schemeClr val="bg1"/>
                </a:solidFill>
              </a:defRPr>
            </a:lvl1pPr>
          </a:lstStyle>
          <a:p>
            <a:pPr lvl="0"/>
            <a:r>
              <a:rPr lang="en-US"/>
              <a:t>Click to add subtitle</a:t>
            </a:r>
          </a:p>
        </p:txBody>
      </p:sp>
    </p:spTree>
    <p:extLst>
      <p:ext uri="{BB962C8B-B14F-4D97-AF65-F5344CB8AC3E}">
        <p14:creationId xmlns:p14="http://schemas.microsoft.com/office/powerpoint/2010/main" val="3408032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bout Us">
    <p:spTree>
      <p:nvGrpSpPr>
        <p:cNvPr id="1" name=""/>
        <p:cNvGrpSpPr/>
        <p:nvPr/>
      </p:nvGrpSpPr>
      <p:grpSpPr>
        <a:xfrm>
          <a:off x="0" y="0"/>
          <a:ext cx="0" cy="0"/>
          <a:chOff x="0" y="0"/>
          <a:chExt cx="0" cy="0"/>
        </a:xfrm>
      </p:grpSpPr>
      <p:pic>
        <p:nvPicPr>
          <p:cNvPr id="37" name="Graphic 36">
            <a:extLst>
              <a:ext uri="{FF2B5EF4-FFF2-40B4-BE49-F238E27FC236}">
                <a16:creationId xmlns:a16="http://schemas.microsoft.com/office/drawing/2014/main" id="{65AAE033-7EA4-4A87-A126-29FE4276451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31" name="Oval 30">
            <a:extLst>
              <a:ext uri="{FF2B5EF4-FFF2-40B4-BE49-F238E27FC236}">
                <a16:creationId xmlns:a16="http://schemas.microsoft.com/office/drawing/2014/main" id="{A5F6FE17-A48F-4A3E-8719-1DE83CD6B4C5}"/>
              </a:ext>
              <a:ext uri="{C183D7F6-B498-43B3-948B-1728B52AA6E4}">
                <adec:decorative xmlns:adec="http://schemas.microsoft.com/office/drawing/2017/decorative" val="1"/>
              </a:ext>
            </a:extLst>
          </p:cNvPr>
          <p:cNvSpPr/>
          <p:nvPr userDrawn="1"/>
        </p:nvSpPr>
        <p:spPr>
          <a:xfrm>
            <a:off x="7462048" y="1199853"/>
            <a:ext cx="3929901" cy="3929901"/>
          </a:xfrm>
          <a:prstGeom prst="ellipse">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FF73882-4B79-419D-89EE-4B7CED18D9E2}"/>
              </a:ext>
            </a:extLst>
          </p:cNvPr>
          <p:cNvSpPr>
            <a:spLocks noGrp="1"/>
          </p:cNvSpPr>
          <p:nvPr>
            <p:ph type="title" hasCustomPrompt="1"/>
          </p:nvPr>
        </p:nvSpPr>
        <p:spPr>
          <a:xfrm>
            <a:off x="1021623" y="2210810"/>
            <a:ext cx="4579970" cy="538038"/>
          </a:xfrm>
          <a:prstGeom prst="rect">
            <a:avLst/>
          </a:prstGeom>
        </p:spPr>
        <p:txBody>
          <a:bodyPr/>
          <a:lstStyle>
            <a:lvl1pPr>
              <a:defRPr sz="2800" cap="all" spc="400" baseline="0">
                <a:solidFill>
                  <a:schemeClr val="accent6"/>
                </a:solidFill>
              </a:defRPr>
            </a:lvl1pPr>
          </a:lstStyle>
          <a:p>
            <a:r>
              <a:rPr lang="en-US"/>
              <a:t>Click to add title</a:t>
            </a:r>
          </a:p>
        </p:txBody>
      </p:sp>
      <p:sp>
        <p:nvSpPr>
          <p:cNvPr id="26" name="Text Placeholder 25">
            <a:extLst>
              <a:ext uri="{FF2B5EF4-FFF2-40B4-BE49-F238E27FC236}">
                <a16:creationId xmlns:a16="http://schemas.microsoft.com/office/drawing/2014/main" id="{EF50E1F4-245D-4104-AFDB-25D35D7C5C07}"/>
              </a:ext>
            </a:extLst>
          </p:cNvPr>
          <p:cNvSpPr>
            <a:spLocks noGrp="1"/>
          </p:cNvSpPr>
          <p:nvPr>
            <p:ph type="body" sz="quarter" idx="12" hasCustomPrompt="1"/>
          </p:nvPr>
        </p:nvSpPr>
        <p:spPr>
          <a:xfrm>
            <a:off x="1034661" y="2747550"/>
            <a:ext cx="5309918" cy="2872039"/>
          </a:xfrm>
          <a:prstGeom prst="rect">
            <a:avLst/>
          </a:prstGeom>
        </p:spPr>
        <p:txBody>
          <a:bodyPr/>
          <a:lstStyle>
            <a:lvl1pPr marL="0" indent="0" algn="l">
              <a:lnSpc>
                <a:spcPct val="150000"/>
              </a:lnSpc>
              <a:spcBef>
                <a:spcPts val="0"/>
              </a:spcBef>
              <a:buNone/>
              <a:defRPr sz="1600">
                <a:solidFill>
                  <a:schemeClr val="bg1"/>
                </a:solidFill>
              </a:defRPr>
            </a:lvl1pPr>
          </a:lstStyle>
          <a:p>
            <a:pPr lvl="0"/>
            <a:r>
              <a:rPr lang="en-US"/>
              <a:t>Click to add text</a:t>
            </a:r>
          </a:p>
        </p:txBody>
      </p:sp>
      <p:sp>
        <p:nvSpPr>
          <p:cNvPr id="30" name="Picture Placeholder 29">
            <a:extLst>
              <a:ext uri="{FF2B5EF4-FFF2-40B4-BE49-F238E27FC236}">
                <a16:creationId xmlns:a16="http://schemas.microsoft.com/office/drawing/2014/main" id="{73A2FF74-415E-49BB-B2ED-E04C7B50BDE2}"/>
              </a:ext>
            </a:extLst>
          </p:cNvPr>
          <p:cNvSpPr>
            <a:spLocks noGrp="1"/>
          </p:cNvSpPr>
          <p:nvPr>
            <p:ph type="pic" sz="quarter" idx="13" hasCustomPrompt="1"/>
          </p:nvPr>
        </p:nvSpPr>
        <p:spPr>
          <a:xfrm>
            <a:off x="7663453" y="1433033"/>
            <a:ext cx="3527091" cy="3463540"/>
          </a:xfrm>
          <a:prstGeom prst="ellipse">
            <a:avLst/>
          </a:prstGeom>
        </p:spPr>
        <p:txBody>
          <a:bodyPr/>
          <a:lstStyle>
            <a:lvl1pPr marL="0" indent="0" algn="ctr">
              <a:buFont typeface="+mj-lt"/>
              <a:buNone/>
              <a:defRPr>
                <a:solidFill>
                  <a:schemeClr val="bg1"/>
                </a:solidFill>
              </a:defRPr>
            </a:lvl1pPr>
          </a:lstStyle>
          <a:p>
            <a:r>
              <a:rPr lang="en-US"/>
              <a:t>Click to add photo</a:t>
            </a:r>
          </a:p>
        </p:txBody>
      </p:sp>
      <p:sp>
        <p:nvSpPr>
          <p:cNvPr id="20" name="Footer Placeholder 15">
            <a:extLst>
              <a:ext uri="{FF2B5EF4-FFF2-40B4-BE49-F238E27FC236}">
                <a16:creationId xmlns:a16="http://schemas.microsoft.com/office/drawing/2014/main" id="{1847553A-14C8-45EB-88C7-05CE63B7E34D}"/>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effectLst>
                  <a:outerShdw blurRad="38100" dist="38100" dir="2700000" algn="tl">
                    <a:srgbClr val="000000">
                      <a:alpha val="43137"/>
                    </a:srgbClr>
                  </a:outerShdw>
                </a:effectLst>
                <a:latin typeface="+mj-lt"/>
              </a:defRPr>
            </a:lvl1pPr>
          </a:lstStyle>
          <a:p>
            <a:r>
              <a:rPr lang="en-US"/>
              <a:t>PRESENTATION TITLE</a:t>
            </a:r>
          </a:p>
        </p:txBody>
      </p:sp>
      <p:sp>
        <p:nvSpPr>
          <p:cNvPr id="21" name="Slide Number Placeholder 16">
            <a:extLst>
              <a:ext uri="{FF2B5EF4-FFF2-40B4-BE49-F238E27FC236}">
                <a16:creationId xmlns:a16="http://schemas.microsoft.com/office/drawing/2014/main" id="{E7FABA93-7D08-4CFE-B3A8-D44B1A0F3656}"/>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effectLst>
                  <a:outerShdw blurRad="38100" dist="38100" dir="2700000" algn="tl">
                    <a:srgbClr val="000000">
                      <a:alpha val="43137"/>
                    </a:srgbClr>
                  </a:outerShdw>
                </a:effectLst>
                <a:latin typeface="+mn-lt"/>
              </a:defRPr>
            </a:lvl1pPr>
          </a:lstStyle>
          <a:p>
            <a:pPr>
              <a:defRPr/>
            </a:pPr>
            <a:fld id="{8D1FC6F8-0BCD-47E9-9C64-690771D9C143}" type="slidenum">
              <a:rPr lang="en-US" smtClean="0"/>
              <a:pPr>
                <a:defRPr/>
              </a:pPr>
              <a:t>‹#›</a:t>
            </a:fld>
            <a:endParaRPr lang="en-US"/>
          </a:p>
        </p:txBody>
      </p:sp>
      <p:sp>
        <p:nvSpPr>
          <p:cNvPr id="22" name="Date Placeholder 14">
            <a:extLst>
              <a:ext uri="{FF2B5EF4-FFF2-40B4-BE49-F238E27FC236}">
                <a16:creationId xmlns:a16="http://schemas.microsoft.com/office/drawing/2014/main" id="{FBD26C03-0B97-464A-A39C-A1F339DBAC8B}"/>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effectLst>
                  <a:outerShdw blurRad="38100" dist="38100" dir="2700000" algn="tl">
                    <a:srgbClr val="000000">
                      <a:alpha val="43137"/>
                    </a:srgbClr>
                  </a:outerShdw>
                </a:effectLst>
                <a:latin typeface="+mj-lt"/>
              </a:defRPr>
            </a:lvl1pPr>
          </a:lstStyle>
          <a:p>
            <a:pPr>
              <a:defRPr/>
            </a:pPr>
            <a:r>
              <a:rPr lang="en-US" cap="all"/>
              <a:t>May 21, 20xx</a:t>
            </a:r>
          </a:p>
        </p:txBody>
      </p:sp>
    </p:spTree>
    <p:extLst>
      <p:ext uri="{BB962C8B-B14F-4D97-AF65-F5344CB8AC3E}">
        <p14:creationId xmlns:p14="http://schemas.microsoft.com/office/powerpoint/2010/main" val="22609222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roblem">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EC80EFA4-265B-48D2-AE72-8585EEED648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0" y="0"/>
            <a:ext cx="12192000" cy="6858000"/>
          </a:xfrm>
          <a:prstGeom prst="rect">
            <a:avLst/>
          </a:prstGeom>
        </p:spPr>
      </p:pic>
      <p:sp>
        <p:nvSpPr>
          <p:cNvPr id="3" name="Title 2">
            <a:extLst>
              <a:ext uri="{FF2B5EF4-FFF2-40B4-BE49-F238E27FC236}">
                <a16:creationId xmlns:a16="http://schemas.microsoft.com/office/drawing/2014/main" id="{9C648289-A550-4F4F-96C8-3D82FCE94245}"/>
              </a:ext>
            </a:extLst>
          </p:cNvPr>
          <p:cNvSpPr>
            <a:spLocks noGrp="1"/>
          </p:cNvSpPr>
          <p:nvPr>
            <p:ph type="title" hasCustomPrompt="1"/>
          </p:nvPr>
        </p:nvSpPr>
        <p:spPr>
          <a:xfrm>
            <a:off x="4187069" y="695093"/>
            <a:ext cx="4919354" cy="667498"/>
          </a:xfrm>
          <a:prstGeom prst="rect">
            <a:avLst/>
          </a:prstGeom>
        </p:spPr>
        <p:txBody>
          <a:bodyPr/>
          <a:lstStyle>
            <a:lvl1pPr>
              <a:defRPr sz="2800" cap="all" spc="400" baseline="0">
                <a:solidFill>
                  <a:schemeClr val="bg1"/>
                </a:solidFill>
              </a:defRPr>
            </a:lvl1pPr>
          </a:lstStyle>
          <a:p>
            <a:r>
              <a:rPr lang="en-US"/>
              <a:t>Click to add title</a:t>
            </a:r>
          </a:p>
        </p:txBody>
      </p:sp>
      <p:sp>
        <p:nvSpPr>
          <p:cNvPr id="26" name="Text Placeholder 14">
            <a:extLst>
              <a:ext uri="{FF2B5EF4-FFF2-40B4-BE49-F238E27FC236}">
                <a16:creationId xmlns:a16="http://schemas.microsoft.com/office/drawing/2014/main" id="{33EEFC4F-DE64-450E-9DD5-65D08E123C22}"/>
              </a:ext>
            </a:extLst>
          </p:cNvPr>
          <p:cNvSpPr>
            <a:spLocks noGrp="1"/>
          </p:cNvSpPr>
          <p:nvPr>
            <p:ph type="body" sz="quarter" idx="22" hasCustomPrompt="1"/>
          </p:nvPr>
        </p:nvSpPr>
        <p:spPr>
          <a:xfrm>
            <a:off x="4199594" y="1873815"/>
            <a:ext cx="2556579" cy="365125"/>
          </a:xfrm>
          <a:prstGeom prst="rect">
            <a:avLst/>
          </a:prstGeom>
        </p:spPr>
        <p:txBody>
          <a:bodyPr/>
          <a:lstStyle>
            <a:lvl1pPr marL="0" indent="0">
              <a:buNone/>
              <a:defRPr sz="1600" cap="none" spc="200" baseline="0">
                <a:solidFill>
                  <a:schemeClr val="accent6"/>
                </a:solidFill>
                <a:latin typeface="+mj-lt"/>
              </a:defRPr>
            </a:lvl1pPr>
          </a:lstStyle>
          <a:p>
            <a:pPr lvl="0"/>
            <a:r>
              <a:rPr lang="en-US"/>
              <a:t>Click to add title</a:t>
            </a:r>
          </a:p>
        </p:txBody>
      </p:sp>
      <p:sp>
        <p:nvSpPr>
          <p:cNvPr id="18" name="Text Placeholder 14">
            <a:extLst>
              <a:ext uri="{FF2B5EF4-FFF2-40B4-BE49-F238E27FC236}">
                <a16:creationId xmlns:a16="http://schemas.microsoft.com/office/drawing/2014/main" id="{38C58F5B-7BA2-42E8-B66A-4561678ADDC4}"/>
              </a:ext>
            </a:extLst>
          </p:cNvPr>
          <p:cNvSpPr>
            <a:spLocks noGrp="1"/>
          </p:cNvSpPr>
          <p:nvPr>
            <p:ph type="body" sz="quarter" idx="15" hasCustomPrompt="1"/>
          </p:nvPr>
        </p:nvSpPr>
        <p:spPr>
          <a:xfrm>
            <a:off x="4199595" y="2178444"/>
            <a:ext cx="2556579" cy="1328236"/>
          </a:xfrm>
          <a:prstGeom prst="rect">
            <a:avLst/>
          </a:prstGeom>
        </p:spPr>
        <p:txBody>
          <a:bodyPr/>
          <a:lstStyle>
            <a:lvl1pPr marL="0" indent="0">
              <a:lnSpc>
                <a:spcPct val="150000"/>
              </a:lnSpc>
              <a:spcBef>
                <a:spcPts val="0"/>
              </a:spcBef>
              <a:buNone/>
              <a:defRPr sz="1400" cap="none" spc="0" baseline="0">
                <a:solidFill>
                  <a:schemeClr val="bg1"/>
                </a:solidFill>
                <a:latin typeface="+mn-lt"/>
              </a:defRPr>
            </a:lvl1pPr>
          </a:lstStyle>
          <a:p>
            <a:pPr lvl="0"/>
            <a:r>
              <a:rPr lang="en-US"/>
              <a:t>Click to add text</a:t>
            </a:r>
          </a:p>
        </p:txBody>
      </p:sp>
      <p:sp>
        <p:nvSpPr>
          <p:cNvPr id="15" name="Text Placeholder 14">
            <a:extLst>
              <a:ext uri="{FF2B5EF4-FFF2-40B4-BE49-F238E27FC236}">
                <a16:creationId xmlns:a16="http://schemas.microsoft.com/office/drawing/2014/main" id="{66743AAE-DD8A-4954-B033-100DF6D97554}"/>
              </a:ext>
            </a:extLst>
          </p:cNvPr>
          <p:cNvSpPr>
            <a:spLocks noGrp="1"/>
          </p:cNvSpPr>
          <p:nvPr>
            <p:ph type="body" sz="quarter" idx="12" hasCustomPrompt="1"/>
          </p:nvPr>
        </p:nvSpPr>
        <p:spPr>
          <a:xfrm>
            <a:off x="7538997" y="1873815"/>
            <a:ext cx="2556578" cy="365125"/>
          </a:xfrm>
          <a:prstGeom prst="rect">
            <a:avLst/>
          </a:prstGeom>
        </p:spPr>
        <p:txBody>
          <a:bodyPr/>
          <a:lstStyle>
            <a:lvl1pPr marL="0" indent="0">
              <a:buNone/>
              <a:defRPr sz="1600" cap="none" spc="200" baseline="0">
                <a:solidFill>
                  <a:schemeClr val="accent6"/>
                </a:solidFill>
                <a:latin typeface="+mj-lt"/>
              </a:defRPr>
            </a:lvl1pPr>
          </a:lstStyle>
          <a:p>
            <a:pPr lvl="0"/>
            <a:r>
              <a:rPr lang="en-US"/>
              <a:t>Click to add title</a:t>
            </a:r>
          </a:p>
        </p:txBody>
      </p:sp>
      <p:sp>
        <p:nvSpPr>
          <p:cNvPr id="16" name="Text Placeholder 14">
            <a:extLst>
              <a:ext uri="{FF2B5EF4-FFF2-40B4-BE49-F238E27FC236}">
                <a16:creationId xmlns:a16="http://schemas.microsoft.com/office/drawing/2014/main" id="{B7B5D3C5-66A2-486B-9B1D-A7075D150C27}"/>
              </a:ext>
            </a:extLst>
          </p:cNvPr>
          <p:cNvSpPr>
            <a:spLocks noGrp="1"/>
          </p:cNvSpPr>
          <p:nvPr>
            <p:ph type="body" sz="quarter" idx="13" hasCustomPrompt="1"/>
          </p:nvPr>
        </p:nvSpPr>
        <p:spPr>
          <a:xfrm>
            <a:off x="7538997" y="2178444"/>
            <a:ext cx="2556578" cy="1291081"/>
          </a:xfrm>
          <a:prstGeom prst="rect">
            <a:avLst/>
          </a:prstGeom>
        </p:spPr>
        <p:txBody>
          <a:bodyPr/>
          <a:lstStyle>
            <a:lvl1pPr marL="0" indent="0">
              <a:lnSpc>
                <a:spcPct val="150000"/>
              </a:lnSpc>
              <a:spcBef>
                <a:spcPts val="0"/>
              </a:spcBef>
              <a:buNone/>
              <a:defRPr sz="1400" cap="none" spc="0" baseline="0">
                <a:solidFill>
                  <a:schemeClr val="bg1"/>
                </a:solidFill>
                <a:latin typeface="+mn-lt"/>
              </a:defRPr>
            </a:lvl1pPr>
          </a:lstStyle>
          <a:p>
            <a:pPr lvl="0"/>
            <a:r>
              <a:rPr lang="en-US"/>
              <a:t>Click to add text</a:t>
            </a:r>
          </a:p>
        </p:txBody>
      </p:sp>
      <p:sp>
        <p:nvSpPr>
          <p:cNvPr id="30" name="Text Placeholder 14">
            <a:extLst>
              <a:ext uri="{FF2B5EF4-FFF2-40B4-BE49-F238E27FC236}">
                <a16:creationId xmlns:a16="http://schemas.microsoft.com/office/drawing/2014/main" id="{AD063EDB-47FD-44F8-9344-12CBC2AE0B77}"/>
              </a:ext>
            </a:extLst>
          </p:cNvPr>
          <p:cNvSpPr>
            <a:spLocks noGrp="1"/>
          </p:cNvSpPr>
          <p:nvPr>
            <p:ph type="body" sz="quarter" idx="24" hasCustomPrompt="1"/>
          </p:nvPr>
        </p:nvSpPr>
        <p:spPr>
          <a:xfrm>
            <a:off x="4199595" y="4071261"/>
            <a:ext cx="2556577" cy="365125"/>
          </a:xfrm>
          <a:prstGeom prst="rect">
            <a:avLst/>
          </a:prstGeom>
        </p:spPr>
        <p:txBody>
          <a:bodyPr/>
          <a:lstStyle>
            <a:lvl1pPr marL="0" indent="0">
              <a:buNone/>
              <a:defRPr sz="1600" cap="none" spc="200" baseline="0">
                <a:solidFill>
                  <a:schemeClr val="accent6"/>
                </a:solidFill>
                <a:latin typeface="+mj-lt"/>
              </a:defRPr>
            </a:lvl1pPr>
          </a:lstStyle>
          <a:p>
            <a:pPr lvl="0"/>
            <a:r>
              <a:rPr lang="en-US"/>
              <a:t>Click to add title</a:t>
            </a:r>
          </a:p>
        </p:txBody>
      </p:sp>
      <p:sp>
        <p:nvSpPr>
          <p:cNvPr id="22" name="Text Placeholder 14">
            <a:extLst>
              <a:ext uri="{FF2B5EF4-FFF2-40B4-BE49-F238E27FC236}">
                <a16:creationId xmlns:a16="http://schemas.microsoft.com/office/drawing/2014/main" id="{94586DE3-CDE9-4337-A49D-C1031595E36F}"/>
              </a:ext>
            </a:extLst>
          </p:cNvPr>
          <p:cNvSpPr>
            <a:spLocks noGrp="1"/>
          </p:cNvSpPr>
          <p:nvPr>
            <p:ph type="body" sz="quarter" idx="19" hasCustomPrompt="1"/>
          </p:nvPr>
        </p:nvSpPr>
        <p:spPr>
          <a:xfrm>
            <a:off x="4199596" y="4383943"/>
            <a:ext cx="2556577" cy="1328236"/>
          </a:xfrm>
          <a:prstGeom prst="rect">
            <a:avLst/>
          </a:prstGeom>
        </p:spPr>
        <p:txBody>
          <a:bodyPr/>
          <a:lstStyle>
            <a:lvl1pPr marL="0" indent="0">
              <a:lnSpc>
                <a:spcPct val="150000"/>
              </a:lnSpc>
              <a:spcBef>
                <a:spcPts val="0"/>
              </a:spcBef>
              <a:buNone/>
              <a:defRPr sz="1400" cap="none" spc="0" baseline="0">
                <a:solidFill>
                  <a:schemeClr val="bg1"/>
                </a:solidFill>
                <a:latin typeface="+mn-lt"/>
              </a:defRPr>
            </a:lvl1pPr>
          </a:lstStyle>
          <a:p>
            <a:pPr lvl="0"/>
            <a:r>
              <a:rPr lang="en-US"/>
              <a:t>Click to add text</a:t>
            </a:r>
          </a:p>
        </p:txBody>
      </p:sp>
      <p:sp>
        <p:nvSpPr>
          <p:cNvPr id="29" name="Text Placeholder 14">
            <a:extLst>
              <a:ext uri="{FF2B5EF4-FFF2-40B4-BE49-F238E27FC236}">
                <a16:creationId xmlns:a16="http://schemas.microsoft.com/office/drawing/2014/main" id="{64F0745D-06FC-4840-B9DF-3176DEDA6F67}"/>
              </a:ext>
            </a:extLst>
          </p:cNvPr>
          <p:cNvSpPr>
            <a:spLocks noGrp="1"/>
          </p:cNvSpPr>
          <p:nvPr>
            <p:ph type="body" sz="quarter" idx="23" hasCustomPrompt="1"/>
          </p:nvPr>
        </p:nvSpPr>
        <p:spPr>
          <a:xfrm>
            <a:off x="7538997" y="4071261"/>
            <a:ext cx="2556578" cy="365125"/>
          </a:xfrm>
          <a:prstGeom prst="rect">
            <a:avLst/>
          </a:prstGeom>
        </p:spPr>
        <p:txBody>
          <a:bodyPr/>
          <a:lstStyle>
            <a:lvl1pPr marL="0" indent="0">
              <a:buNone/>
              <a:defRPr sz="1600" cap="none" spc="200" baseline="0">
                <a:solidFill>
                  <a:schemeClr val="accent6"/>
                </a:solidFill>
                <a:latin typeface="+mj-lt"/>
              </a:defRPr>
            </a:lvl1pPr>
          </a:lstStyle>
          <a:p>
            <a:pPr lvl="0"/>
            <a:r>
              <a:rPr lang="en-US"/>
              <a:t>Click to add title</a:t>
            </a:r>
          </a:p>
        </p:txBody>
      </p:sp>
      <p:sp>
        <p:nvSpPr>
          <p:cNvPr id="20" name="Text Placeholder 14">
            <a:extLst>
              <a:ext uri="{FF2B5EF4-FFF2-40B4-BE49-F238E27FC236}">
                <a16:creationId xmlns:a16="http://schemas.microsoft.com/office/drawing/2014/main" id="{F29A1EC1-1F01-46ED-BF67-15FE9E12068C}"/>
              </a:ext>
            </a:extLst>
          </p:cNvPr>
          <p:cNvSpPr>
            <a:spLocks noGrp="1"/>
          </p:cNvSpPr>
          <p:nvPr>
            <p:ph type="body" sz="quarter" idx="17" hasCustomPrompt="1"/>
          </p:nvPr>
        </p:nvSpPr>
        <p:spPr>
          <a:xfrm>
            <a:off x="7538997" y="4375890"/>
            <a:ext cx="2556578" cy="1291081"/>
          </a:xfrm>
          <a:prstGeom prst="rect">
            <a:avLst/>
          </a:prstGeom>
        </p:spPr>
        <p:txBody>
          <a:bodyPr/>
          <a:lstStyle>
            <a:lvl1pPr marL="0" indent="0">
              <a:lnSpc>
                <a:spcPct val="150000"/>
              </a:lnSpc>
              <a:spcBef>
                <a:spcPts val="0"/>
              </a:spcBef>
              <a:buNone/>
              <a:defRPr sz="1400" cap="none" spc="0" baseline="0">
                <a:solidFill>
                  <a:schemeClr val="bg1"/>
                </a:solidFill>
                <a:latin typeface="+mn-lt"/>
              </a:defRPr>
            </a:lvl1pPr>
          </a:lstStyle>
          <a:p>
            <a:pPr lvl="0"/>
            <a:r>
              <a:rPr lang="en-US"/>
              <a:t>Click to add text</a:t>
            </a:r>
          </a:p>
        </p:txBody>
      </p:sp>
      <p:sp>
        <p:nvSpPr>
          <p:cNvPr id="41" name="Footer Placeholder 15">
            <a:extLst>
              <a:ext uri="{FF2B5EF4-FFF2-40B4-BE49-F238E27FC236}">
                <a16:creationId xmlns:a16="http://schemas.microsoft.com/office/drawing/2014/main" id="{B2A74AF7-DFFE-4795-8CF0-8C90F6C3E5D7}"/>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a:t>PRESENTATION TITLE</a:t>
            </a:r>
          </a:p>
        </p:txBody>
      </p:sp>
      <p:sp>
        <p:nvSpPr>
          <p:cNvPr id="42" name="Slide Number Placeholder 16">
            <a:extLst>
              <a:ext uri="{FF2B5EF4-FFF2-40B4-BE49-F238E27FC236}">
                <a16:creationId xmlns:a16="http://schemas.microsoft.com/office/drawing/2014/main" id="{13F4D90B-645E-4CFF-8AA0-91C269845FBC}"/>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a:p>
        </p:txBody>
      </p:sp>
      <p:sp>
        <p:nvSpPr>
          <p:cNvPr id="43" name="Date Placeholder 14">
            <a:extLst>
              <a:ext uri="{FF2B5EF4-FFF2-40B4-BE49-F238E27FC236}">
                <a16:creationId xmlns:a16="http://schemas.microsoft.com/office/drawing/2014/main" id="{21EA3114-5B31-47ED-9AB6-EE59E580379D}"/>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a:t>May 21, 20xx</a:t>
            </a:r>
          </a:p>
        </p:txBody>
      </p:sp>
    </p:spTree>
    <p:extLst>
      <p:ext uri="{BB962C8B-B14F-4D97-AF65-F5344CB8AC3E}">
        <p14:creationId xmlns:p14="http://schemas.microsoft.com/office/powerpoint/2010/main" val="20741444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olution">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86D81B66-9FC1-4E48-808B-98B1726D470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0" y="0"/>
            <a:ext cx="12192000" cy="6858000"/>
          </a:xfrm>
          <a:prstGeom prst="rect">
            <a:avLst/>
          </a:prstGeom>
        </p:spPr>
      </p:pic>
      <p:sp>
        <p:nvSpPr>
          <p:cNvPr id="11" name="Title 10">
            <a:extLst>
              <a:ext uri="{FF2B5EF4-FFF2-40B4-BE49-F238E27FC236}">
                <a16:creationId xmlns:a16="http://schemas.microsoft.com/office/drawing/2014/main" id="{747F51C0-908A-420C-B5BC-5685D0E95231}"/>
              </a:ext>
            </a:extLst>
          </p:cNvPr>
          <p:cNvSpPr>
            <a:spLocks noGrp="1"/>
          </p:cNvSpPr>
          <p:nvPr>
            <p:ph type="title" hasCustomPrompt="1"/>
          </p:nvPr>
        </p:nvSpPr>
        <p:spPr>
          <a:xfrm>
            <a:off x="3509716" y="1823625"/>
            <a:ext cx="4719884" cy="580030"/>
          </a:xfrm>
          <a:prstGeom prst="rect">
            <a:avLst/>
          </a:prstGeom>
        </p:spPr>
        <p:txBody>
          <a:bodyPr/>
          <a:lstStyle>
            <a:lvl1pPr algn="ctr">
              <a:defRPr sz="2800" cap="all" spc="400" baseline="0">
                <a:solidFill>
                  <a:schemeClr val="bg1"/>
                </a:solidFill>
              </a:defRPr>
            </a:lvl1pPr>
          </a:lstStyle>
          <a:p>
            <a:r>
              <a:rPr lang="en-US"/>
              <a:t>Click to add title</a:t>
            </a:r>
          </a:p>
        </p:txBody>
      </p:sp>
      <p:sp>
        <p:nvSpPr>
          <p:cNvPr id="26" name="Text Placeholder 14">
            <a:extLst>
              <a:ext uri="{FF2B5EF4-FFF2-40B4-BE49-F238E27FC236}">
                <a16:creationId xmlns:a16="http://schemas.microsoft.com/office/drawing/2014/main" id="{4F835D01-B0D4-49D8-B947-C2062305C5C5}"/>
              </a:ext>
            </a:extLst>
          </p:cNvPr>
          <p:cNvSpPr>
            <a:spLocks noGrp="1"/>
          </p:cNvSpPr>
          <p:nvPr>
            <p:ph type="body" sz="quarter" idx="12" hasCustomPrompt="1"/>
          </p:nvPr>
        </p:nvSpPr>
        <p:spPr>
          <a:xfrm>
            <a:off x="379005" y="4230943"/>
            <a:ext cx="2640803" cy="365125"/>
          </a:xfrm>
          <a:prstGeom prst="rect">
            <a:avLst/>
          </a:prstGeom>
        </p:spPr>
        <p:txBody>
          <a:bodyPr/>
          <a:lstStyle>
            <a:lvl1pPr marL="0" indent="0" algn="ctr">
              <a:buNone/>
              <a:defRPr sz="1600" cap="none" spc="200" baseline="0">
                <a:solidFill>
                  <a:schemeClr val="accent6"/>
                </a:solidFill>
                <a:latin typeface="+mj-lt"/>
              </a:defRPr>
            </a:lvl1pPr>
          </a:lstStyle>
          <a:p>
            <a:pPr lvl="0"/>
            <a:r>
              <a:rPr lang="en-US"/>
              <a:t>Click to add title</a:t>
            </a:r>
          </a:p>
        </p:txBody>
      </p:sp>
      <p:sp>
        <p:nvSpPr>
          <p:cNvPr id="27" name="Text Placeholder 14">
            <a:extLst>
              <a:ext uri="{FF2B5EF4-FFF2-40B4-BE49-F238E27FC236}">
                <a16:creationId xmlns:a16="http://schemas.microsoft.com/office/drawing/2014/main" id="{0B4ACDBA-7606-44B8-B1E1-C4750F89525F}"/>
              </a:ext>
            </a:extLst>
          </p:cNvPr>
          <p:cNvSpPr>
            <a:spLocks noGrp="1"/>
          </p:cNvSpPr>
          <p:nvPr>
            <p:ph type="body" sz="quarter" idx="13" hasCustomPrompt="1"/>
          </p:nvPr>
        </p:nvSpPr>
        <p:spPr>
          <a:xfrm>
            <a:off x="379005" y="4546458"/>
            <a:ext cx="2640803" cy="1616414"/>
          </a:xfrm>
          <a:prstGeom prst="rect">
            <a:avLst/>
          </a:prstGeom>
        </p:spPr>
        <p:txBody>
          <a:bodyPr/>
          <a:lstStyle>
            <a:lvl1pPr marL="0" indent="0" algn="ctr">
              <a:lnSpc>
                <a:spcPct val="150000"/>
              </a:lnSpc>
              <a:spcBef>
                <a:spcPts val="0"/>
              </a:spcBef>
              <a:buNone/>
              <a:defRPr sz="1400" cap="none" spc="0" baseline="0">
                <a:solidFill>
                  <a:schemeClr val="bg1"/>
                </a:solidFill>
                <a:latin typeface="+mn-lt"/>
              </a:defRPr>
            </a:lvl1pPr>
          </a:lstStyle>
          <a:p>
            <a:pPr lvl="0"/>
            <a:r>
              <a:rPr lang="en-US"/>
              <a:t>Click to add text</a:t>
            </a:r>
          </a:p>
        </p:txBody>
      </p:sp>
      <p:sp>
        <p:nvSpPr>
          <p:cNvPr id="32" name="Text Placeholder 14">
            <a:extLst>
              <a:ext uri="{FF2B5EF4-FFF2-40B4-BE49-F238E27FC236}">
                <a16:creationId xmlns:a16="http://schemas.microsoft.com/office/drawing/2014/main" id="{D24600D7-8A94-406B-9274-351140BE27DC}"/>
              </a:ext>
            </a:extLst>
          </p:cNvPr>
          <p:cNvSpPr>
            <a:spLocks noGrp="1"/>
          </p:cNvSpPr>
          <p:nvPr>
            <p:ph type="body" sz="quarter" idx="22" hasCustomPrompt="1"/>
          </p:nvPr>
        </p:nvSpPr>
        <p:spPr>
          <a:xfrm>
            <a:off x="3237502" y="4234631"/>
            <a:ext cx="2640803" cy="365125"/>
          </a:xfrm>
          <a:prstGeom prst="rect">
            <a:avLst/>
          </a:prstGeom>
        </p:spPr>
        <p:txBody>
          <a:bodyPr/>
          <a:lstStyle>
            <a:lvl1pPr marL="0" indent="0" algn="ctr">
              <a:buNone/>
              <a:defRPr sz="1600" cap="none" spc="200" baseline="0">
                <a:solidFill>
                  <a:schemeClr val="accent6"/>
                </a:solidFill>
                <a:latin typeface="+mj-lt"/>
              </a:defRPr>
            </a:lvl1pPr>
          </a:lstStyle>
          <a:p>
            <a:pPr lvl="0"/>
            <a:r>
              <a:rPr lang="en-US"/>
              <a:t>Click to add title</a:t>
            </a:r>
          </a:p>
        </p:txBody>
      </p:sp>
      <p:sp>
        <p:nvSpPr>
          <p:cNvPr id="28" name="Text Placeholder 14">
            <a:extLst>
              <a:ext uri="{FF2B5EF4-FFF2-40B4-BE49-F238E27FC236}">
                <a16:creationId xmlns:a16="http://schemas.microsoft.com/office/drawing/2014/main" id="{5FE6844F-9BC3-4E56-82B1-0B53BE292BA0}"/>
              </a:ext>
            </a:extLst>
          </p:cNvPr>
          <p:cNvSpPr>
            <a:spLocks noGrp="1"/>
          </p:cNvSpPr>
          <p:nvPr>
            <p:ph type="body" sz="quarter" idx="15" hasCustomPrompt="1"/>
          </p:nvPr>
        </p:nvSpPr>
        <p:spPr>
          <a:xfrm>
            <a:off x="3237503" y="4550146"/>
            <a:ext cx="2640803" cy="1616414"/>
          </a:xfrm>
          <a:prstGeom prst="rect">
            <a:avLst/>
          </a:prstGeom>
        </p:spPr>
        <p:txBody>
          <a:bodyPr/>
          <a:lstStyle>
            <a:lvl1pPr marL="0" indent="0" algn="ctr">
              <a:lnSpc>
                <a:spcPct val="150000"/>
              </a:lnSpc>
              <a:spcBef>
                <a:spcPts val="0"/>
              </a:spcBef>
              <a:buNone/>
              <a:defRPr sz="1400" cap="none" spc="0" baseline="0">
                <a:solidFill>
                  <a:schemeClr val="bg1"/>
                </a:solidFill>
                <a:latin typeface="+mn-lt"/>
              </a:defRPr>
            </a:lvl1pPr>
          </a:lstStyle>
          <a:p>
            <a:pPr lvl="0"/>
            <a:r>
              <a:rPr lang="en-US"/>
              <a:t>Click to add text</a:t>
            </a:r>
          </a:p>
        </p:txBody>
      </p:sp>
      <p:sp>
        <p:nvSpPr>
          <p:cNvPr id="33" name="Text Placeholder 14">
            <a:extLst>
              <a:ext uri="{FF2B5EF4-FFF2-40B4-BE49-F238E27FC236}">
                <a16:creationId xmlns:a16="http://schemas.microsoft.com/office/drawing/2014/main" id="{105C7AE2-E0F2-4EA9-B804-774B125FB0DF}"/>
              </a:ext>
            </a:extLst>
          </p:cNvPr>
          <p:cNvSpPr>
            <a:spLocks noGrp="1"/>
          </p:cNvSpPr>
          <p:nvPr>
            <p:ph type="body" sz="quarter" idx="23" hasCustomPrompt="1"/>
          </p:nvPr>
        </p:nvSpPr>
        <p:spPr>
          <a:xfrm>
            <a:off x="6096000" y="4218499"/>
            <a:ext cx="2640803" cy="365125"/>
          </a:xfrm>
          <a:prstGeom prst="rect">
            <a:avLst/>
          </a:prstGeom>
        </p:spPr>
        <p:txBody>
          <a:bodyPr/>
          <a:lstStyle>
            <a:lvl1pPr marL="0" indent="0" algn="ctr">
              <a:buNone/>
              <a:defRPr sz="1600" cap="none" spc="200" baseline="0">
                <a:solidFill>
                  <a:schemeClr val="accent6"/>
                </a:solidFill>
                <a:latin typeface="+mj-lt"/>
              </a:defRPr>
            </a:lvl1pPr>
          </a:lstStyle>
          <a:p>
            <a:pPr lvl="0"/>
            <a:r>
              <a:rPr lang="en-US"/>
              <a:t>Click to add title</a:t>
            </a:r>
          </a:p>
        </p:txBody>
      </p:sp>
      <p:sp>
        <p:nvSpPr>
          <p:cNvPr id="29" name="Text Placeholder 14">
            <a:extLst>
              <a:ext uri="{FF2B5EF4-FFF2-40B4-BE49-F238E27FC236}">
                <a16:creationId xmlns:a16="http://schemas.microsoft.com/office/drawing/2014/main" id="{4B70930A-D98B-43B3-BC32-B48D9D7F06B3}"/>
              </a:ext>
            </a:extLst>
          </p:cNvPr>
          <p:cNvSpPr>
            <a:spLocks noGrp="1"/>
          </p:cNvSpPr>
          <p:nvPr>
            <p:ph type="body" sz="quarter" idx="17" hasCustomPrompt="1"/>
          </p:nvPr>
        </p:nvSpPr>
        <p:spPr>
          <a:xfrm>
            <a:off x="6096000" y="4534014"/>
            <a:ext cx="2640803" cy="1616414"/>
          </a:xfrm>
          <a:prstGeom prst="rect">
            <a:avLst/>
          </a:prstGeom>
        </p:spPr>
        <p:txBody>
          <a:bodyPr/>
          <a:lstStyle>
            <a:lvl1pPr marL="0" indent="0" algn="ctr">
              <a:lnSpc>
                <a:spcPct val="150000"/>
              </a:lnSpc>
              <a:spcBef>
                <a:spcPts val="0"/>
              </a:spcBef>
              <a:buNone/>
              <a:defRPr sz="1400" cap="none" spc="0" baseline="0">
                <a:solidFill>
                  <a:schemeClr val="bg1"/>
                </a:solidFill>
                <a:latin typeface="+mn-lt"/>
              </a:defRPr>
            </a:lvl1pPr>
          </a:lstStyle>
          <a:p>
            <a:pPr lvl="0"/>
            <a:r>
              <a:rPr lang="en-US"/>
              <a:t>Click to add text</a:t>
            </a:r>
          </a:p>
        </p:txBody>
      </p:sp>
      <p:sp>
        <p:nvSpPr>
          <p:cNvPr id="34" name="Text Placeholder 14">
            <a:extLst>
              <a:ext uri="{FF2B5EF4-FFF2-40B4-BE49-F238E27FC236}">
                <a16:creationId xmlns:a16="http://schemas.microsoft.com/office/drawing/2014/main" id="{500DE4BC-2A21-4C62-8F5C-AFE1D0AEDFBE}"/>
              </a:ext>
            </a:extLst>
          </p:cNvPr>
          <p:cNvSpPr>
            <a:spLocks noGrp="1"/>
          </p:cNvSpPr>
          <p:nvPr>
            <p:ph type="body" sz="quarter" idx="24" hasCustomPrompt="1"/>
          </p:nvPr>
        </p:nvSpPr>
        <p:spPr>
          <a:xfrm>
            <a:off x="8946967" y="4218499"/>
            <a:ext cx="2640803" cy="365125"/>
          </a:xfrm>
          <a:prstGeom prst="rect">
            <a:avLst/>
          </a:prstGeom>
        </p:spPr>
        <p:txBody>
          <a:bodyPr/>
          <a:lstStyle>
            <a:lvl1pPr marL="0" indent="0" algn="ctr">
              <a:buNone/>
              <a:defRPr sz="1600" cap="none" spc="200" baseline="0">
                <a:solidFill>
                  <a:schemeClr val="accent6"/>
                </a:solidFill>
                <a:latin typeface="+mj-lt"/>
              </a:defRPr>
            </a:lvl1pPr>
          </a:lstStyle>
          <a:p>
            <a:pPr lvl="0"/>
            <a:r>
              <a:rPr lang="en-US"/>
              <a:t>Click to add title</a:t>
            </a:r>
          </a:p>
        </p:txBody>
      </p:sp>
      <p:sp>
        <p:nvSpPr>
          <p:cNvPr id="30" name="Text Placeholder 14">
            <a:extLst>
              <a:ext uri="{FF2B5EF4-FFF2-40B4-BE49-F238E27FC236}">
                <a16:creationId xmlns:a16="http://schemas.microsoft.com/office/drawing/2014/main" id="{0EEFD44C-4B64-4246-BC04-76812ED5E09E}"/>
              </a:ext>
            </a:extLst>
          </p:cNvPr>
          <p:cNvSpPr>
            <a:spLocks noGrp="1"/>
          </p:cNvSpPr>
          <p:nvPr>
            <p:ph type="body" sz="quarter" idx="19" hasCustomPrompt="1"/>
          </p:nvPr>
        </p:nvSpPr>
        <p:spPr>
          <a:xfrm>
            <a:off x="8946967" y="4534014"/>
            <a:ext cx="2640803" cy="1616414"/>
          </a:xfrm>
          <a:prstGeom prst="rect">
            <a:avLst/>
          </a:prstGeom>
        </p:spPr>
        <p:txBody>
          <a:bodyPr/>
          <a:lstStyle>
            <a:lvl1pPr marL="0" indent="0" algn="ctr">
              <a:lnSpc>
                <a:spcPct val="150000"/>
              </a:lnSpc>
              <a:spcBef>
                <a:spcPts val="0"/>
              </a:spcBef>
              <a:buNone/>
              <a:defRPr sz="1400" cap="none" spc="0" baseline="0">
                <a:solidFill>
                  <a:schemeClr val="bg1"/>
                </a:solidFill>
                <a:latin typeface="+mn-lt"/>
              </a:defRPr>
            </a:lvl1pPr>
          </a:lstStyle>
          <a:p>
            <a:pPr lvl="0"/>
            <a:r>
              <a:rPr lang="en-US"/>
              <a:t>Click to add text</a:t>
            </a:r>
          </a:p>
        </p:txBody>
      </p:sp>
      <p:sp>
        <p:nvSpPr>
          <p:cNvPr id="20" name="Footer Placeholder 15">
            <a:extLst>
              <a:ext uri="{FF2B5EF4-FFF2-40B4-BE49-F238E27FC236}">
                <a16:creationId xmlns:a16="http://schemas.microsoft.com/office/drawing/2014/main" id="{AB492A3E-766F-42FE-A5F7-88807B595947}"/>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a:t>PRESENTATION TITLE</a:t>
            </a:r>
          </a:p>
        </p:txBody>
      </p:sp>
      <p:sp>
        <p:nvSpPr>
          <p:cNvPr id="21" name="Slide Number Placeholder 16">
            <a:extLst>
              <a:ext uri="{FF2B5EF4-FFF2-40B4-BE49-F238E27FC236}">
                <a16:creationId xmlns:a16="http://schemas.microsoft.com/office/drawing/2014/main" id="{784AE79C-95F2-4A84-B62A-95B076FB0218}"/>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a:p>
        </p:txBody>
      </p:sp>
      <p:sp>
        <p:nvSpPr>
          <p:cNvPr id="22" name="Date Placeholder 14">
            <a:extLst>
              <a:ext uri="{FF2B5EF4-FFF2-40B4-BE49-F238E27FC236}">
                <a16:creationId xmlns:a16="http://schemas.microsoft.com/office/drawing/2014/main" id="{1C2E5CE3-E252-4255-BF5E-8B4F1F3A1635}"/>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a:t>May 21, 20xx</a:t>
            </a:r>
          </a:p>
        </p:txBody>
      </p:sp>
      <p:sp>
        <p:nvSpPr>
          <p:cNvPr id="14" name="Picture Placeholder 13">
            <a:extLst>
              <a:ext uri="{FF2B5EF4-FFF2-40B4-BE49-F238E27FC236}">
                <a16:creationId xmlns:a16="http://schemas.microsoft.com/office/drawing/2014/main" id="{45E5C588-A831-4EB3-BFDF-78002F7D5507}"/>
              </a:ext>
            </a:extLst>
          </p:cNvPr>
          <p:cNvSpPr>
            <a:spLocks noGrp="1"/>
          </p:cNvSpPr>
          <p:nvPr>
            <p:ph type="pic" sz="quarter" idx="25"/>
          </p:nvPr>
        </p:nvSpPr>
        <p:spPr>
          <a:xfrm>
            <a:off x="1408479" y="3330145"/>
            <a:ext cx="603504" cy="603504"/>
          </a:xfrm>
          <a:prstGeom prst="rect">
            <a:avLst/>
          </a:prstGeom>
        </p:spPr>
        <p:txBody>
          <a:bodyPr/>
          <a:lstStyle>
            <a:lvl1pPr marL="0" indent="0">
              <a:buNone/>
              <a:defRPr sz="1000">
                <a:solidFill>
                  <a:schemeClr val="bg1"/>
                </a:solidFill>
              </a:defRPr>
            </a:lvl1pPr>
          </a:lstStyle>
          <a:p>
            <a:endParaRPr lang="en-US"/>
          </a:p>
        </p:txBody>
      </p:sp>
      <p:sp>
        <p:nvSpPr>
          <p:cNvPr id="36" name="Picture Placeholder 13">
            <a:extLst>
              <a:ext uri="{FF2B5EF4-FFF2-40B4-BE49-F238E27FC236}">
                <a16:creationId xmlns:a16="http://schemas.microsoft.com/office/drawing/2014/main" id="{AD31BE3F-B09E-4BCC-947F-3D4DB153E354}"/>
              </a:ext>
            </a:extLst>
          </p:cNvPr>
          <p:cNvSpPr>
            <a:spLocks noGrp="1"/>
          </p:cNvSpPr>
          <p:nvPr>
            <p:ph type="pic" sz="quarter" idx="26"/>
          </p:nvPr>
        </p:nvSpPr>
        <p:spPr>
          <a:xfrm>
            <a:off x="4266976" y="3330145"/>
            <a:ext cx="603504" cy="603504"/>
          </a:xfrm>
          <a:prstGeom prst="rect">
            <a:avLst/>
          </a:prstGeom>
        </p:spPr>
        <p:txBody>
          <a:bodyPr/>
          <a:lstStyle>
            <a:lvl1pPr marL="0" indent="0">
              <a:buNone/>
              <a:defRPr sz="1000">
                <a:solidFill>
                  <a:schemeClr val="bg1"/>
                </a:solidFill>
              </a:defRPr>
            </a:lvl1pPr>
          </a:lstStyle>
          <a:p>
            <a:endParaRPr lang="en-US"/>
          </a:p>
        </p:txBody>
      </p:sp>
      <p:sp>
        <p:nvSpPr>
          <p:cNvPr id="37" name="Picture Placeholder 13">
            <a:extLst>
              <a:ext uri="{FF2B5EF4-FFF2-40B4-BE49-F238E27FC236}">
                <a16:creationId xmlns:a16="http://schemas.microsoft.com/office/drawing/2014/main" id="{0BF7BBBD-C42C-408E-8F10-7B1BF3C53EF0}"/>
              </a:ext>
            </a:extLst>
          </p:cNvPr>
          <p:cNvSpPr>
            <a:spLocks noGrp="1"/>
          </p:cNvSpPr>
          <p:nvPr>
            <p:ph type="pic" sz="quarter" idx="27"/>
          </p:nvPr>
        </p:nvSpPr>
        <p:spPr>
          <a:xfrm>
            <a:off x="9972085" y="3330145"/>
            <a:ext cx="603504" cy="603504"/>
          </a:xfrm>
          <a:prstGeom prst="rect">
            <a:avLst/>
          </a:prstGeom>
        </p:spPr>
        <p:txBody>
          <a:bodyPr/>
          <a:lstStyle>
            <a:lvl1pPr marL="0" indent="0">
              <a:buNone/>
              <a:defRPr sz="1000">
                <a:solidFill>
                  <a:schemeClr val="bg1"/>
                </a:solidFill>
              </a:defRPr>
            </a:lvl1pPr>
          </a:lstStyle>
          <a:p>
            <a:endParaRPr lang="en-US"/>
          </a:p>
        </p:txBody>
      </p:sp>
      <p:sp>
        <p:nvSpPr>
          <p:cNvPr id="38" name="Picture Placeholder 13">
            <a:extLst>
              <a:ext uri="{FF2B5EF4-FFF2-40B4-BE49-F238E27FC236}">
                <a16:creationId xmlns:a16="http://schemas.microsoft.com/office/drawing/2014/main" id="{74FF5159-7129-4F52-B5B7-13F2D04EAD34}"/>
              </a:ext>
            </a:extLst>
          </p:cNvPr>
          <p:cNvSpPr>
            <a:spLocks noGrp="1"/>
          </p:cNvSpPr>
          <p:nvPr>
            <p:ph type="pic" sz="quarter" idx="28"/>
          </p:nvPr>
        </p:nvSpPr>
        <p:spPr>
          <a:xfrm>
            <a:off x="7109232" y="3330145"/>
            <a:ext cx="603504" cy="603504"/>
          </a:xfrm>
          <a:prstGeom prst="rect">
            <a:avLst/>
          </a:prstGeom>
        </p:spPr>
        <p:txBody>
          <a:bodyPr/>
          <a:lstStyle>
            <a:lvl1pPr marL="0" indent="0">
              <a:buNone/>
              <a:defRPr sz="1000">
                <a:solidFill>
                  <a:schemeClr val="bg1"/>
                </a:solidFill>
              </a:defRPr>
            </a:lvl1pPr>
          </a:lstStyle>
          <a:p>
            <a:endParaRPr lang="en-US"/>
          </a:p>
        </p:txBody>
      </p:sp>
    </p:spTree>
    <p:extLst>
      <p:ext uri="{BB962C8B-B14F-4D97-AF65-F5344CB8AC3E}">
        <p14:creationId xmlns:p14="http://schemas.microsoft.com/office/powerpoint/2010/main" val="33913104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roduct Overview">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4076C2D-3CFB-4EFB-8012-9F6E6533367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0" y="0"/>
            <a:ext cx="12192000" cy="6858000"/>
          </a:xfrm>
          <a:prstGeom prst="rect">
            <a:avLst/>
          </a:prstGeom>
        </p:spPr>
      </p:pic>
      <p:sp>
        <p:nvSpPr>
          <p:cNvPr id="3" name="Title 2">
            <a:extLst>
              <a:ext uri="{FF2B5EF4-FFF2-40B4-BE49-F238E27FC236}">
                <a16:creationId xmlns:a16="http://schemas.microsoft.com/office/drawing/2014/main" id="{D1D3A9EE-57EE-476A-A657-3A4019818918}"/>
              </a:ext>
            </a:extLst>
          </p:cNvPr>
          <p:cNvSpPr>
            <a:spLocks noGrp="1"/>
          </p:cNvSpPr>
          <p:nvPr>
            <p:ph type="title" hasCustomPrompt="1"/>
          </p:nvPr>
        </p:nvSpPr>
        <p:spPr>
          <a:xfrm>
            <a:off x="4196218" y="690802"/>
            <a:ext cx="4936277" cy="575890"/>
          </a:xfrm>
          <a:prstGeom prst="rect">
            <a:avLst/>
          </a:prstGeom>
        </p:spPr>
        <p:txBody>
          <a:bodyPr/>
          <a:lstStyle>
            <a:lvl1pPr algn="l">
              <a:defRPr sz="2800" cap="all" spc="400" baseline="0">
                <a:solidFill>
                  <a:schemeClr val="bg1"/>
                </a:solidFill>
              </a:defRPr>
            </a:lvl1pPr>
          </a:lstStyle>
          <a:p>
            <a:r>
              <a:rPr lang="en-US"/>
              <a:t>Click to add title</a:t>
            </a:r>
          </a:p>
        </p:txBody>
      </p:sp>
      <p:sp>
        <p:nvSpPr>
          <p:cNvPr id="33" name="Text Placeholder 14">
            <a:extLst>
              <a:ext uri="{FF2B5EF4-FFF2-40B4-BE49-F238E27FC236}">
                <a16:creationId xmlns:a16="http://schemas.microsoft.com/office/drawing/2014/main" id="{2A0CB777-EF14-4BA6-A19D-697B165B1D34}"/>
              </a:ext>
            </a:extLst>
          </p:cNvPr>
          <p:cNvSpPr>
            <a:spLocks noGrp="1"/>
          </p:cNvSpPr>
          <p:nvPr>
            <p:ph type="body" sz="quarter" idx="12" hasCustomPrompt="1"/>
          </p:nvPr>
        </p:nvSpPr>
        <p:spPr>
          <a:xfrm>
            <a:off x="4190069" y="2568679"/>
            <a:ext cx="3008631" cy="348162"/>
          </a:xfrm>
          <a:prstGeom prst="rect">
            <a:avLst/>
          </a:prstGeom>
        </p:spPr>
        <p:txBody>
          <a:bodyPr/>
          <a:lstStyle>
            <a:lvl1pPr marL="0" indent="0" algn="l">
              <a:buNone/>
              <a:defRPr sz="1600" cap="none" spc="200" baseline="0">
                <a:solidFill>
                  <a:schemeClr val="accent6"/>
                </a:solidFill>
                <a:latin typeface="+mj-lt"/>
              </a:defRPr>
            </a:lvl1pPr>
          </a:lstStyle>
          <a:p>
            <a:pPr lvl="0"/>
            <a:r>
              <a:rPr lang="en-US"/>
              <a:t>Click to add title</a:t>
            </a:r>
          </a:p>
        </p:txBody>
      </p:sp>
      <p:sp>
        <p:nvSpPr>
          <p:cNvPr id="32" name="Text Placeholder 14">
            <a:extLst>
              <a:ext uri="{FF2B5EF4-FFF2-40B4-BE49-F238E27FC236}">
                <a16:creationId xmlns:a16="http://schemas.microsoft.com/office/drawing/2014/main" id="{0053894D-FD48-4BB5-84D8-2EE54EC8D700}"/>
              </a:ext>
            </a:extLst>
          </p:cNvPr>
          <p:cNvSpPr>
            <a:spLocks noGrp="1"/>
          </p:cNvSpPr>
          <p:nvPr>
            <p:ph type="body" sz="quarter" idx="13" hasCustomPrompt="1"/>
          </p:nvPr>
        </p:nvSpPr>
        <p:spPr>
          <a:xfrm>
            <a:off x="4190069" y="2861988"/>
            <a:ext cx="3008630" cy="636682"/>
          </a:xfrm>
          <a:prstGeom prst="rect">
            <a:avLst/>
          </a:prstGeom>
        </p:spPr>
        <p:txBody>
          <a:bodyPr/>
          <a:lstStyle>
            <a:lvl1pPr marL="0" indent="0" algn="l">
              <a:lnSpc>
                <a:spcPct val="150000"/>
              </a:lnSpc>
              <a:spcBef>
                <a:spcPts val="0"/>
              </a:spcBef>
              <a:buNone/>
              <a:defRPr sz="1400" cap="none" spc="0" baseline="0">
                <a:solidFill>
                  <a:schemeClr val="bg1"/>
                </a:solidFill>
                <a:latin typeface="+mn-lt"/>
              </a:defRPr>
            </a:lvl1pPr>
          </a:lstStyle>
          <a:p>
            <a:pPr lvl="0"/>
            <a:r>
              <a:rPr lang="en-US"/>
              <a:t>Click to add text</a:t>
            </a:r>
          </a:p>
        </p:txBody>
      </p:sp>
      <p:sp>
        <p:nvSpPr>
          <p:cNvPr id="58" name="Text Placeholder 14">
            <a:extLst>
              <a:ext uri="{FF2B5EF4-FFF2-40B4-BE49-F238E27FC236}">
                <a16:creationId xmlns:a16="http://schemas.microsoft.com/office/drawing/2014/main" id="{32A7FBEC-71F7-4A1F-82A1-C7FBFE05185C}"/>
              </a:ext>
            </a:extLst>
          </p:cNvPr>
          <p:cNvSpPr>
            <a:spLocks noGrp="1"/>
          </p:cNvSpPr>
          <p:nvPr>
            <p:ph type="body" sz="quarter" idx="21" hasCustomPrompt="1"/>
          </p:nvPr>
        </p:nvSpPr>
        <p:spPr>
          <a:xfrm>
            <a:off x="7913979" y="2568679"/>
            <a:ext cx="3008631" cy="348162"/>
          </a:xfrm>
          <a:prstGeom prst="rect">
            <a:avLst/>
          </a:prstGeom>
        </p:spPr>
        <p:txBody>
          <a:bodyPr/>
          <a:lstStyle>
            <a:lvl1pPr marL="0" indent="0" algn="l">
              <a:buNone/>
              <a:defRPr sz="1600" cap="none" spc="200" baseline="0">
                <a:solidFill>
                  <a:schemeClr val="accent6"/>
                </a:solidFill>
                <a:latin typeface="+mj-lt"/>
              </a:defRPr>
            </a:lvl1pPr>
          </a:lstStyle>
          <a:p>
            <a:pPr lvl="0"/>
            <a:r>
              <a:rPr lang="en-US"/>
              <a:t>Click to add title</a:t>
            </a:r>
          </a:p>
        </p:txBody>
      </p:sp>
      <p:sp>
        <p:nvSpPr>
          <p:cNvPr id="57" name="Text Placeholder 14">
            <a:extLst>
              <a:ext uri="{FF2B5EF4-FFF2-40B4-BE49-F238E27FC236}">
                <a16:creationId xmlns:a16="http://schemas.microsoft.com/office/drawing/2014/main" id="{00EDBC93-E454-47AD-B9C9-E7CCE8DE6B59}"/>
              </a:ext>
            </a:extLst>
          </p:cNvPr>
          <p:cNvSpPr>
            <a:spLocks noGrp="1"/>
          </p:cNvSpPr>
          <p:nvPr>
            <p:ph type="body" sz="quarter" idx="20" hasCustomPrompt="1"/>
          </p:nvPr>
        </p:nvSpPr>
        <p:spPr>
          <a:xfrm>
            <a:off x="7913979" y="2861988"/>
            <a:ext cx="3008630" cy="636682"/>
          </a:xfrm>
          <a:prstGeom prst="rect">
            <a:avLst/>
          </a:prstGeom>
        </p:spPr>
        <p:txBody>
          <a:bodyPr/>
          <a:lstStyle>
            <a:lvl1pPr marL="0" indent="0" algn="l">
              <a:lnSpc>
                <a:spcPct val="150000"/>
              </a:lnSpc>
              <a:spcBef>
                <a:spcPts val="0"/>
              </a:spcBef>
              <a:buNone/>
              <a:defRPr sz="1400" cap="none" spc="0" baseline="0">
                <a:solidFill>
                  <a:schemeClr val="bg1"/>
                </a:solidFill>
                <a:latin typeface="+mn-lt"/>
              </a:defRPr>
            </a:lvl1pPr>
          </a:lstStyle>
          <a:p>
            <a:pPr lvl="0"/>
            <a:r>
              <a:rPr lang="en-US"/>
              <a:t>Click to add text</a:t>
            </a:r>
          </a:p>
        </p:txBody>
      </p:sp>
      <p:sp>
        <p:nvSpPr>
          <p:cNvPr id="64" name="Text Placeholder 14">
            <a:extLst>
              <a:ext uri="{FF2B5EF4-FFF2-40B4-BE49-F238E27FC236}">
                <a16:creationId xmlns:a16="http://schemas.microsoft.com/office/drawing/2014/main" id="{E792D94E-72D4-43F1-8063-14A3F6270A35}"/>
              </a:ext>
            </a:extLst>
          </p:cNvPr>
          <p:cNvSpPr>
            <a:spLocks noGrp="1"/>
          </p:cNvSpPr>
          <p:nvPr>
            <p:ph type="body" sz="quarter" idx="23" hasCustomPrompt="1"/>
          </p:nvPr>
        </p:nvSpPr>
        <p:spPr>
          <a:xfrm>
            <a:off x="4190069" y="5044309"/>
            <a:ext cx="3008631" cy="348162"/>
          </a:xfrm>
          <a:prstGeom prst="rect">
            <a:avLst/>
          </a:prstGeom>
        </p:spPr>
        <p:txBody>
          <a:bodyPr/>
          <a:lstStyle>
            <a:lvl1pPr marL="0" indent="0" algn="l">
              <a:buNone/>
              <a:defRPr sz="1600" cap="none" spc="200" baseline="0">
                <a:solidFill>
                  <a:schemeClr val="accent6"/>
                </a:solidFill>
                <a:latin typeface="+mj-lt"/>
              </a:defRPr>
            </a:lvl1pPr>
          </a:lstStyle>
          <a:p>
            <a:pPr lvl="0"/>
            <a:r>
              <a:rPr lang="en-US"/>
              <a:t>Click to add title</a:t>
            </a:r>
          </a:p>
        </p:txBody>
      </p:sp>
      <p:sp>
        <p:nvSpPr>
          <p:cNvPr id="63" name="Text Placeholder 14">
            <a:extLst>
              <a:ext uri="{FF2B5EF4-FFF2-40B4-BE49-F238E27FC236}">
                <a16:creationId xmlns:a16="http://schemas.microsoft.com/office/drawing/2014/main" id="{C18EBA8F-5A95-4501-A602-A9889F0CE3A0}"/>
              </a:ext>
            </a:extLst>
          </p:cNvPr>
          <p:cNvSpPr>
            <a:spLocks noGrp="1"/>
          </p:cNvSpPr>
          <p:nvPr>
            <p:ph type="body" sz="quarter" idx="22" hasCustomPrompt="1"/>
          </p:nvPr>
        </p:nvSpPr>
        <p:spPr>
          <a:xfrm>
            <a:off x="4190069" y="5337618"/>
            <a:ext cx="3008630" cy="636682"/>
          </a:xfrm>
          <a:prstGeom prst="rect">
            <a:avLst/>
          </a:prstGeom>
        </p:spPr>
        <p:txBody>
          <a:bodyPr/>
          <a:lstStyle>
            <a:lvl1pPr marL="0" indent="0" algn="l">
              <a:lnSpc>
                <a:spcPct val="150000"/>
              </a:lnSpc>
              <a:spcBef>
                <a:spcPts val="0"/>
              </a:spcBef>
              <a:buNone/>
              <a:defRPr sz="1400" cap="none" spc="0" baseline="0">
                <a:solidFill>
                  <a:schemeClr val="bg1"/>
                </a:solidFill>
                <a:latin typeface="+mn-lt"/>
              </a:defRPr>
            </a:lvl1pPr>
          </a:lstStyle>
          <a:p>
            <a:pPr lvl="0"/>
            <a:r>
              <a:rPr lang="en-US"/>
              <a:t>Click to add text</a:t>
            </a:r>
          </a:p>
        </p:txBody>
      </p:sp>
      <p:sp>
        <p:nvSpPr>
          <p:cNvPr id="67" name="Text Placeholder 14">
            <a:extLst>
              <a:ext uri="{FF2B5EF4-FFF2-40B4-BE49-F238E27FC236}">
                <a16:creationId xmlns:a16="http://schemas.microsoft.com/office/drawing/2014/main" id="{AF03D6DF-70BB-4EC0-B7BF-94BB780FDF01}"/>
              </a:ext>
            </a:extLst>
          </p:cNvPr>
          <p:cNvSpPr>
            <a:spLocks noGrp="1"/>
          </p:cNvSpPr>
          <p:nvPr>
            <p:ph type="body" sz="quarter" idx="25" hasCustomPrompt="1"/>
          </p:nvPr>
        </p:nvSpPr>
        <p:spPr>
          <a:xfrm>
            <a:off x="7913980" y="5047681"/>
            <a:ext cx="3008631" cy="348162"/>
          </a:xfrm>
          <a:prstGeom prst="rect">
            <a:avLst/>
          </a:prstGeom>
        </p:spPr>
        <p:txBody>
          <a:bodyPr/>
          <a:lstStyle>
            <a:lvl1pPr marL="0" indent="0" algn="l">
              <a:buNone/>
              <a:defRPr sz="1600" cap="none" spc="200" baseline="0">
                <a:solidFill>
                  <a:schemeClr val="accent6"/>
                </a:solidFill>
                <a:latin typeface="+mj-lt"/>
              </a:defRPr>
            </a:lvl1pPr>
          </a:lstStyle>
          <a:p>
            <a:pPr lvl="0"/>
            <a:r>
              <a:rPr lang="en-US"/>
              <a:t>Click to add title</a:t>
            </a:r>
          </a:p>
        </p:txBody>
      </p:sp>
      <p:sp>
        <p:nvSpPr>
          <p:cNvPr id="66" name="Text Placeholder 14">
            <a:extLst>
              <a:ext uri="{FF2B5EF4-FFF2-40B4-BE49-F238E27FC236}">
                <a16:creationId xmlns:a16="http://schemas.microsoft.com/office/drawing/2014/main" id="{A21FAF3A-556C-4A61-B1C4-E6FB98BE40B2}"/>
              </a:ext>
            </a:extLst>
          </p:cNvPr>
          <p:cNvSpPr>
            <a:spLocks noGrp="1"/>
          </p:cNvSpPr>
          <p:nvPr>
            <p:ph type="body" sz="quarter" idx="24" hasCustomPrompt="1"/>
          </p:nvPr>
        </p:nvSpPr>
        <p:spPr>
          <a:xfrm>
            <a:off x="7913980" y="5340990"/>
            <a:ext cx="3008630" cy="636682"/>
          </a:xfrm>
          <a:prstGeom prst="rect">
            <a:avLst/>
          </a:prstGeom>
        </p:spPr>
        <p:txBody>
          <a:bodyPr/>
          <a:lstStyle>
            <a:lvl1pPr marL="0" indent="0" algn="l">
              <a:lnSpc>
                <a:spcPct val="150000"/>
              </a:lnSpc>
              <a:spcBef>
                <a:spcPts val="0"/>
              </a:spcBef>
              <a:buNone/>
              <a:defRPr sz="1400" cap="none" spc="0" baseline="0">
                <a:solidFill>
                  <a:schemeClr val="bg1"/>
                </a:solidFill>
                <a:latin typeface="+mn-lt"/>
              </a:defRPr>
            </a:lvl1pPr>
          </a:lstStyle>
          <a:p>
            <a:pPr lvl="0"/>
            <a:r>
              <a:rPr lang="en-US"/>
              <a:t>Click to add text</a:t>
            </a:r>
          </a:p>
        </p:txBody>
      </p:sp>
      <p:sp>
        <p:nvSpPr>
          <p:cNvPr id="22" name="Footer Placeholder 15">
            <a:extLst>
              <a:ext uri="{FF2B5EF4-FFF2-40B4-BE49-F238E27FC236}">
                <a16:creationId xmlns:a16="http://schemas.microsoft.com/office/drawing/2014/main" id="{54442D89-5EE7-4BC5-A35D-B0F93DD36269}"/>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a:t>PRESENTATION TITLE</a:t>
            </a:r>
          </a:p>
        </p:txBody>
      </p:sp>
      <p:sp>
        <p:nvSpPr>
          <p:cNvPr id="23" name="Slide Number Placeholder 16">
            <a:extLst>
              <a:ext uri="{FF2B5EF4-FFF2-40B4-BE49-F238E27FC236}">
                <a16:creationId xmlns:a16="http://schemas.microsoft.com/office/drawing/2014/main" id="{DC13E404-DE29-4300-A8D5-25F34585A492}"/>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a:p>
        </p:txBody>
      </p:sp>
      <p:sp>
        <p:nvSpPr>
          <p:cNvPr id="24" name="Date Placeholder 14">
            <a:extLst>
              <a:ext uri="{FF2B5EF4-FFF2-40B4-BE49-F238E27FC236}">
                <a16:creationId xmlns:a16="http://schemas.microsoft.com/office/drawing/2014/main" id="{1EAC24B5-8E72-46CA-9A6A-4A6D6EA2C064}"/>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a:t>May 21, 20xx</a:t>
            </a:r>
          </a:p>
        </p:txBody>
      </p:sp>
      <p:sp>
        <p:nvSpPr>
          <p:cNvPr id="5" name="Picture Placeholder 4">
            <a:extLst>
              <a:ext uri="{FF2B5EF4-FFF2-40B4-BE49-F238E27FC236}">
                <a16:creationId xmlns:a16="http://schemas.microsoft.com/office/drawing/2014/main" id="{C1F11D19-3D38-460E-A8AF-F6A30642EC0D}"/>
              </a:ext>
            </a:extLst>
          </p:cNvPr>
          <p:cNvSpPr>
            <a:spLocks noGrp="1"/>
          </p:cNvSpPr>
          <p:nvPr>
            <p:ph type="pic" sz="quarter" idx="26"/>
          </p:nvPr>
        </p:nvSpPr>
        <p:spPr>
          <a:xfrm>
            <a:off x="4190069" y="1818852"/>
            <a:ext cx="603504" cy="603504"/>
          </a:xfrm>
          <a:prstGeom prst="rect">
            <a:avLst/>
          </a:prstGeom>
        </p:spPr>
        <p:txBody>
          <a:bodyPr/>
          <a:lstStyle>
            <a:lvl1pPr marL="0" indent="0">
              <a:buNone/>
              <a:defRPr sz="1050">
                <a:solidFill>
                  <a:schemeClr val="bg1"/>
                </a:solidFill>
              </a:defRPr>
            </a:lvl1pPr>
          </a:lstStyle>
          <a:p>
            <a:endParaRPr lang="en-US"/>
          </a:p>
        </p:txBody>
      </p:sp>
      <p:sp>
        <p:nvSpPr>
          <p:cNvPr id="21" name="Picture Placeholder 4">
            <a:extLst>
              <a:ext uri="{FF2B5EF4-FFF2-40B4-BE49-F238E27FC236}">
                <a16:creationId xmlns:a16="http://schemas.microsoft.com/office/drawing/2014/main" id="{F915DDB2-3A13-4240-8ECB-677499946C14}"/>
              </a:ext>
            </a:extLst>
          </p:cNvPr>
          <p:cNvSpPr>
            <a:spLocks noGrp="1"/>
          </p:cNvSpPr>
          <p:nvPr>
            <p:ph type="pic" sz="quarter" idx="27"/>
          </p:nvPr>
        </p:nvSpPr>
        <p:spPr>
          <a:xfrm>
            <a:off x="7913979" y="1818852"/>
            <a:ext cx="603504" cy="603504"/>
          </a:xfrm>
          <a:prstGeom prst="rect">
            <a:avLst/>
          </a:prstGeom>
        </p:spPr>
        <p:txBody>
          <a:bodyPr/>
          <a:lstStyle>
            <a:lvl1pPr marL="0" indent="0">
              <a:buNone/>
              <a:defRPr sz="1050">
                <a:solidFill>
                  <a:schemeClr val="bg1"/>
                </a:solidFill>
              </a:defRPr>
            </a:lvl1pPr>
          </a:lstStyle>
          <a:p>
            <a:endParaRPr lang="en-US"/>
          </a:p>
        </p:txBody>
      </p:sp>
      <p:sp>
        <p:nvSpPr>
          <p:cNvPr id="25" name="Picture Placeholder 4">
            <a:extLst>
              <a:ext uri="{FF2B5EF4-FFF2-40B4-BE49-F238E27FC236}">
                <a16:creationId xmlns:a16="http://schemas.microsoft.com/office/drawing/2014/main" id="{E9059CA0-144F-4780-BA0D-005B827AAECE}"/>
              </a:ext>
            </a:extLst>
          </p:cNvPr>
          <p:cNvSpPr>
            <a:spLocks noGrp="1"/>
          </p:cNvSpPr>
          <p:nvPr>
            <p:ph type="pic" sz="quarter" idx="28"/>
          </p:nvPr>
        </p:nvSpPr>
        <p:spPr>
          <a:xfrm>
            <a:off x="4190069" y="4281832"/>
            <a:ext cx="603504" cy="603504"/>
          </a:xfrm>
          <a:prstGeom prst="rect">
            <a:avLst/>
          </a:prstGeom>
        </p:spPr>
        <p:txBody>
          <a:bodyPr/>
          <a:lstStyle>
            <a:lvl1pPr marL="0" indent="0">
              <a:buNone/>
              <a:defRPr sz="1050">
                <a:solidFill>
                  <a:schemeClr val="bg1"/>
                </a:solidFill>
              </a:defRPr>
            </a:lvl1pPr>
          </a:lstStyle>
          <a:p>
            <a:endParaRPr lang="en-US"/>
          </a:p>
        </p:txBody>
      </p:sp>
      <p:sp>
        <p:nvSpPr>
          <p:cNvPr id="26" name="Picture Placeholder 4">
            <a:extLst>
              <a:ext uri="{FF2B5EF4-FFF2-40B4-BE49-F238E27FC236}">
                <a16:creationId xmlns:a16="http://schemas.microsoft.com/office/drawing/2014/main" id="{B770164C-988C-4217-B0E9-7D0DC17C8BC6}"/>
              </a:ext>
            </a:extLst>
          </p:cNvPr>
          <p:cNvSpPr>
            <a:spLocks noGrp="1"/>
          </p:cNvSpPr>
          <p:nvPr>
            <p:ph type="pic" sz="quarter" idx="29"/>
          </p:nvPr>
        </p:nvSpPr>
        <p:spPr>
          <a:xfrm>
            <a:off x="7908115" y="4294030"/>
            <a:ext cx="603504" cy="603504"/>
          </a:xfrm>
          <a:prstGeom prst="rect">
            <a:avLst/>
          </a:prstGeom>
        </p:spPr>
        <p:txBody>
          <a:bodyPr/>
          <a:lstStyle>
            <a:lvl1pPr marL="0" indent="0">
              <a:buNone/>
              <a:defRPr sz="1050">
                <a:solidFill>
                  <a:schemeClr val="bg1"/>
                </a:solidFill>
              </a:defRPr>
            </a:lvl1pPr>
          </a:lstStyle>
          <a:p>
            <a:endParaRPr lang="en-US"/>
          </a:p>
        </p:txBody>
      </p:sp>
    </p:spTree>
    <p:extLst>
      <p:ext uri="{BB962C8B-B14F-4D97-AF65-F5344CB8AC3E}">
        <p14:creationId xmlns:p14="http://schemas.microsoft.com/office/powerpoint/2010/main" val="36413241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roduct Benefits">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ED540A63-9BB9-478A-BE65-7A901018323F}"/>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0" y="0"/>
            <a:ext cx="12192000" cy="6858000"/>
          </a:xfrm>
          <a:prstGeom prst="rect">
            <a:avLst/>
          </a:prstGeom>
        </p:spPr>
      </p:pic>
      <p:sp>
        <p:nvSpPr>
          <p:cNvPr id="3" name="Title 2">
            <a:extLst>
              <a:ext uri="{FF2B5EF4-FFF2-40B4-BE49-F238E27FC236}">
                <a16:creationId xmlns:a16="http://schemas.microsoft.com/office/drawing/2014/main" id="{767FB1D5-16C4-4AAC-9E31-560F596F8D5E}"/>
              </a:ext>
            </a:extLst>
          </p:cNvPr>
          <p:cNvSpPr>
            <a:spLocks noGrp="1"/>
          </p:cNvSpPr>
          <p:nvPr>
            <p:ph type="title" hasCustomPrompt="1"/>
          </p:nvPr>
        </p:nvSpPr>
        <p:spPr>
          <a:xfrm>
            <a:off x="3672555" y="1823626"/>
            <a:ext cx="4569572" cy="580029"/>
          </a:xfrm>
          <a:prstGeom prst="rect">
            <a:avLst/>
          </a:prstGeom>
        </p:spPr>
        <p:txBody>
          <a:bodyPr/>
          <a:lstStyle>
            <a:lvl1pPr>
              <a:defRPr sz="2800" cap="all" spc="400" baseline="0">
                <a:solidFill>
                  <a:schemeClr val="bg1"/>
                </a:solidFill>
              </a:defRPr>
            </a:lvl1pPr>
          </a:lstStyle>
          <a:p>
            <a:r>
              <a:rPr lang="en-US"/>
              <a:t>Click to add title</a:t>
            </a:r>
          </a:p>
        </p:txBody>
      </p:sp>
      <p:sp>
        <p:nvSpPr>
          <p:cNvPr id="27" name="Text Placeholder 14">
            <a:extLst>
              <a:ext uri="{FF2B5EF4-FFF2-40B4-BE49-F238E27FC236}">
                <a16:creationId xmlns:a16="http://schemas.microsoft.com/office/drawing/2014/main" id="{C269BEF2-E65B-4046-B8D1-1E5DC6D58296}"/>
              </a:ext>
            </a:extLst>
          </p:cNvPr>
          <p:cNvSpPr>
            <a:spLocks noGrp="1"/>
          </p:cNvSpPr>
          <p:nvPr>
            <p:ph type="body" sz="quarter" idx="22" hasCustomPrompt="1"/>
          </p:nvPr>
        </p:nvSpPr>
        <p:spPr>
          <a:xfrm>
            <a:off x="2956595" y="2807310"/>
            <a:ext cx="5824073" cy="1940149"/>
          </a:xfrm>
          <a:prstGeom prst="rect">
            <a:avLst/>
          </a:prstGeom>
        </p:spPr>
        <p:txBody>
          <a:bodyPr anchor="t"/>
          <a:lstStyle>
            <a:lvl1pPr marL="0" indent="0" algn="ctr">
              <a:lnSpc>
                <a:spcPct val="200000"/>
              </a:lnSpc>
              <a:spcBef>
                <a:spcPts val="0"/>
              </a:spcBef>
              <a:buNone/>
              <a:defRPr sz="1800" cap="none" spc="200" baseline="0">
                <a:solidFill>
                  <a:schemeClr val="bg1"/>
                </a:solidFill>
                <a:latin typeface="+mn-lt"/>
              </a:defRPr>
            </a:lvl1pPr>
          </a:lstStyle>
          <a:p>
            <a:pPr lvl="0"/>
            <a:r>
              <a:rPr lang="en-US"/>
              <a:t>Click to add title</a:t>
            </a:r>
          </a:p>
        </p:txBody>
      </p:sp>
      <p:sp>
        <p:nvSpPr>
          <p:cNvPr id="18" name="Footer Placeholder 15">
            <a:extLst>
              <a:ext uri="{FF2B5EF4-FFF2-40B4-BE49-F238E27FC236}">
                <a16:creationId xmlns:a16="http://schemas.microsoft.com/office/drawing/2014/main" id="{D89CE923-C669-4E0E-8161-BB328133EE8B}"/>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a:t>PRESENTATION TITLE</a:t>
            </a:r>
          </a:p>
        </p:txBody>
      </p:sp>
      <p:sp>
        <p:nvSpPr>
          <p:cNvPr id="19" name="Slide Number Placeholder 16">
            <a:extLst>
              <a:ext uri="{FF2B5EF4-FFF2-40B4-BE49-F238E27FC236}">
                <a16:creationId xmlns:a16="http://schemas.microsoft.com/office/drawing/2014/main" id="{C820EE41-4997-4CD3-B951-56ECA884252E}"/>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a:p>
        </p:txBody>
      </p:sp>
      <p:sp>
        <p:nvSpPr>
          <p:cNvPr id="20" name="Date Placeholder 14">
            <a:extLst>
              <a:ext uri="{FF2B5EF4-FFF2-40B4-BE49-F238E27FC236}">
                <a16:creationId xmlns:a16="http://schemas.microsoft.com/office/drawing/2014/main" id="{A2A3BC0C-B522-4DA2-BBC0-AC180D8B2C9A}"/>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a:t>May 21, 20xx</a:t>
            </a:r>
          </a:p>
        </p:txBody>
      </p:sp>
    </p:spTree>
    <p:extLst>
      <p:ext uri="{BB962C8B-B14F-4D97-AF65-F5344CB8AC3E}">
        <p14:creationId xmlns:p14="http://schemas.microsoft.com/office/powerpoint/2010/main" val="23191379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Slide">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5F31BC2D-187A-4ED3-8D67-C55187E532E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F947F2F5-8E72-425B-A8C2-2B3262F73021}"/>
              </a:ext>
            </a:extLst>
          </p:cNvPr>
          <p:cNvSpPr>
            <a:spLocks noGrp="1"/>
          </p:cNvSpPr>
          <p:nvPr>
            <p:ph type="title" hasCustomPrompt="1"/>
          </p:nvPr>
        </p:nvSpPr>
        <p:spPr>
          <a:xfrm>
            <a:off x="5425440" y="2741026"/>
            <a:ext cx="5002478" cy="2357066"/>
          </a:xfrm>
          <a:prstGeom prst="rect">
            <a:avLst/>
          </a:prstGeom>
        </p:spPr>
        <p:txBody>
          <a:bodyPr/>
          <a:lstStyle>
            <a:lvl1pPr algn="ctr">
              <a:defRPr sz="4800" cap="all" spc="400" baseline="0">
                <a:solidFill>
                  <a:schemeClr val="accent6"/>
                </a:solidFill>
              </a:defRPr>
            </a:lvl1pPr>
          </a:lstStyle>
          <a:p>
            <a:r>
              <a:rPr lang="en-US"/>
              <a:t>Click to add title</a:t>
            </a:r>
          </a:p>
        </p:txBody>
      </p:sp>
    </p:spTree>
    <p:extLst>
      <p:ext uri="{BB962C8B-B14F-4D97-AF65-F5344CB8AC3E}">
        <p14:creationId xmlns:p14="http://schemas.microsoft.com/office/powerpoint/2010/main" val="42505472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usiness Model">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5490FC0B-50EB-42D6-A2A5-E02EE642E2E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0" y="0"/>
            <a:ext cx="12192000" cy="6858000"/>
          </a:xfrm>
          <a:prstGeom prst="rect">
            <a:avLst/>
          </a:prstGeom>
        </p:spPr>
      </p:pic>
      <p:sp>
        <p:nvSpPr>
          <p:cNvPr id="16" name="Title 15">
            <a:extLst>
              <a:ext uri="{FF2B5EF4-FFF2-40B4-BE49-F238E27FC236}">
                <a16:creationId xmlns:a16="http://schemas.microsoft.com/office/drawing/2014/main" id="{04AFCE56-D794-4638-A3EC-63DCFB4B6F0D}"/>
              </a:ext>
            </a:extLst>
          </p:cNvPr>
          <p:cNvSpPr>
            <a:spLocks noGrp="1"/>
          </p:cNvSpPr>
          <p:nvPr>
            <p:ph type="title" hasCustomPrompt="1"/>
          </p:nvPr>
        </p:nvSpPr>
        <p:spPr>
          <a:xfrm>
            <a:off x="965511" y="760406"/>
            <a:ext cx="5424988" cy="579245"/>
          </a:xfrm>
          <a:prstGeom prst="rect">
            <a:avLst/>
          </a:prstGeom>
        </p:spPr>
        <p:txBody>
          <a:bodyPr/>
          <a:lstStyle>
            <a:lvl1pPr>
              <a:defRPr sz="2800" cap="all" spc="400" baseline="0">
                <a:solidFill>
                  <a:schemeClr val="bg1"/>
                </a:solidFill>
              </a:defRPr>
            </a:lvl1pPr>
          </a:lstStyle>
          <a:p>
            <a:r>
              <a:rPr lang="en-US"/>
              <a:t>Click to add title</a:t>
            </a:r>
          </a:p>
        </p:txBody>
      </p:sp>
      <p:sp>
        <p:nvSpPr>
          <p:cNvPr id="10" name="Text Placeholder 14">
            <a:extLst>
              <a:ext uri="{FF2B5EF4-FFF2-40B4-BE49-F238E27FC236}">
                <a16:creationId xmlns:a16="http://schemas.microsoft.com/office/drawing/2014/main" id="{318D6597-136D-4434-B628-D387BBEEC3C5}"/>
              </a:ext>
            </a:extLst>
          </p:cNvPr>
          <p:cNvSpPr>
            <a:spLocks noGrp="1"/>
          </p:cNvSpPr>
          <p:nvPr>
            <p:ph type="body" sz="quarter" idx="12" hasCustomPrompt="1"/>
          </p:nvPr>
        </p:nvSpPr>
        <p:spPr>
          <a:xfrm>
            <a:off x="965511" y="3417877"/>
            <a:ext cx="2806280" cy="365125"/>
          </a:xfrm>
          <a:prstGeom prst="rect">
            <a:avLst/>
          </a:prstGeom>
        </p:spPr>
        <p:txBody>
          <a:bodyPr/>
          <a:lstStyle>
            <a:lvl1pPr marL="0" indent="0" algn="ctr">
              <a:buNone/>
              <a:defRPr sz="1600" cap="none" spc="200" baseline="0">
                <a:solidFill>
                  <a:schemeClr val="accent6"/>
                </a:solidFill>
                <a:latin typeface="+mj-lt"/>
              </a:defRPr>
            </a:lvl1pPr>
          </a:lstStyle>
          <a:p>
            <a:pPr lvl="0"/>
            <a:r>
              <a:rPr lang="en-US"/>
              <a:t>Click to add title</a:t>
            </a:r>
          </a:p>
        </p:txBody>
      </p:sp>
      <p:sp>
        <p:nvSpPr>
          <p:cNvPr id="11" name="Text Placeholder 14">
            <a:extLst>
              <a:ext uri="{FF2B5EF4-FFF2-40B4-BE49-F238E27FC236}">
                <a16:creationId xmlns:a16="http://schemas.microsoft.com/office/drawing/2014/main" id="{0691DF94-6587-4325-9C04-970034F1A85C}"/>
              </a:ext>
            </a:extLst>
          </p:cNvPr>
          <p:cNvSpPr>
            <a:spLocks noGrp="1"/>
          </p:cNvSpPr>
          <p:nvPr>
            <p:ph type="body" sz="quarter" idx="13" hasCustomPrompt="1"/>
          </p:nvPr>
        </p:nvSpPr>
        <p:spPr>
          <a:xfrm>
            <a:off x="965511" y="3766050"/>
            <a:ext cx="2806280" cy="1148945"/>
          </a:xfrm>
          <a:prstGeom prst="rect">
            <a:avLst/>
          </a:prstGeom>
        </p:spPr>
        <p:txBody>
          <a:bodyPr/>
          <a:lstStyle>
            <a:lvl1pPr marL="0" indent="0" algn="ctr">
              <a:lnSpc>
                <a:spcPct val="150000"/>
              </a:lnSpc>
              <a:spcBef>
                <a:spcPts val="0"/>
              </a:spcBef>
              <a:buNone/>
              <a:defRPr sz="1400" cap="none" spc="0" baseline="0">
                <a:solidFill>
                  <a:schemeClr val="bg1"/>
                </a:solidFill>
                <a:latin typeface="+mn-lt"/>
              </a:defRPr>
            </a:lvl1pPr>
          </a:lstStyle>
          <a:p>
            <a:pPr lvl="0"/>
            <a:r>
              <a:rPr lang="en-US"/>
              <a:t>Click to add text</a:t>
            </a:r>
          </a:p>
        </p:txBody>
      </p:sp>
      <p:sp>
        <p:nvSpPr>
          <p:cNvPr id="12" name="Text Placeholder 14">
            <a:extLst>
              <a:ext uri="{FF2B5EF4-FFF2-40B4-BE49-F238E27FC236}">
                <a16:creationId xmlns:a16="http://schemas.microsoft.com/office/drawing/2014/main" id="{A3CE4E75-7868-44AD-9AF2-753E07BE78A3}"/>
              </a:ext>
            </a:extLst>
          </p:cNvPr>
          <p:cNvSpPr>
            <a:spLocks noGrp="1"/>
          </p:cNvSpPr>
          <p:nvPr>
            <p:ph type="body" sz="quarter" idx="14" hasCustomPrompt="1"/>
          </p:nvPr>
        </p:nvSpPr>
        <p:spPr>
          <a:xfrm>
            <a:off x="4514520" y="3400925"/>
            <a:ext cx="2806280" cy="365125"/>
          </a:xfrm>
          <a:prstGeom prst="rect">
            <a:avLst/>
          </a:prstGeom>
        </p:spPr>
        <p:txBody>
          <a:bodyPr/>
          <a:lstStyle>
            <a:lvl1pPr marL="0" indent="0" algn="ctr">
              <a:buNone/>
              <a:defRPr sz="1600" cap="none" spc="200" baseline="0">
                <a:solidFill>
                  <a:schemeClr val="accent6"/>
                </a:solidFill>
                <a:latin typeface="+mj-lt"/>
              </a:defRPr>
            </a:lvl1pPr>
          </a:lstStyle>
          <a:p>
            <a:pPr lvl="0"/>
            <a:r>
              <a:rPr lang="en-US"/>
              <a:t>Click to add title</a:t>
            </a:r>
          </a:p>
        </p:txBody>
      </p:sp>
      <p:sp>
        <p:nvSpPr>
          <p:cNvPr id="13" name="Text Placeholder 14">
            <a:extLst>
              <a:ext uri="{FF2B5EF4-FFF2-40B4-BE49-F238E27FC236}">
                <a16:creationId xmlns:a16="http://schemas.microsoft.com/office/drawing/2014/main" id="{8A9FE9C2-0801-4D41-A54B-E00BC7AB7C16}"/>
              </a:ext>
            </a:extLst>
          </p:cNvPr>
          <p:cNvSpPr>
            <a:spLocks noGrp="1"/>
          </p:cNvSpPr>
          <p:nvPr>
            <p:ph type="body" sz="quarter" idx="15" hasCustomPrompt="1"/>
          </p:nvPr>
        </p:nvSpPr>
        <p:spPr>
          <a:xfrm>
            <a:off x="4514520" y="3749098"/>
            <a:ext cx="2806280" cy="1148945"/>
          </a:xfrm>
          <a:prstGeom prst="rect">
            <a:avLst/>
          </a:prstGeom>
        </p:spPr>
        <p:txBody>
          <a:bodyPr/>
          <a:lstStyle>
            <a:lvl1pPr marL="0" indent="0" algn="ctr">
              <a:lnSpc>
                <a:spcPct val="150000"/>
              </a:lnSpc>
              <a:spcBef>
                <a:spcPts val="0"/>
              </a:spcBef>
              <a:buNone/>
              <a:defRPr sz="1400" cap="none" spc="0" baseline="0">
                <a:solidFill>
                  <a:schemeClr val="bg1"/>
                </a:solidFill>
                <a:latin typeface="+mn-lt"/>
              </a:defRPr>
            </a:lvl1pPr>
          </a:lstStyle>
          <a:p>
            <a:pPr lvl="0"/>
            <a:r>
              <a:rPr lang="en-US"/>
              <a:t>Click to add text</a:t>
            </a:r>
          </a:p>
        </p:txBody>
      </p:sp>
      <p:sp>
        <p:nvSpPr>
          <p:cNvPr id="14" name="Text Placeholder 14">
            <a:extLst>
              <a:ext uri="{FF2B5EF4-FFF2-40B4-BE49-F238E27FC236}">
                <a16:creationId xmlns:a16="http://schemas.microsoft.com/office/drawing/2014/main" id="{632FBCC2-2CDB-448A-AA61-8D99495226AF}"/>
              </a:ext>
            </a:extLst>
          </p:cNvPr>
          <p:cNvSpPr>
            <a:spLocks noGrp="1"/>
          </p:cNvSpPr>
          <p:nvPr>
            <p:ph type="body" sz="quarter" idx="16" hasCustomPrompt="1"/>
          </p:nvPr>
        </p:nvSpPr>
        <p:spPr>
          <a:xfrm>
            <a:off x="8063529" y="3400925"/>
            <a:ext cx="2692240" cy="365125"/>
          </a:xfrm>
          <a:prstGeom prst="rect">
            <a:avLst/>
          </a:prstGeom>
        </p:spPr>
        <p:txBody>
          <a:bodyPr/>
          <a:lstStyle>
            <a:lvl1pPr marL="0" indent="0" algn="ctr">
              <a:buNone/>
              <a:defRPr sz="1600" cap="none" spc="200" baseline="0">
                <a:solidFill>
                  <a:schemeClr val="accent6"/>
                </a:solidFill>
                <a:latin typeface="+mj-lt"/>
              </a:defRPr>
            </a:lvl1pPr>
          </a:lstStyle>
          <a:p>
            <a:pPr lvl="0"/>
            <a:r>
              <a:rPr lang="en-US"/>
              <a:t>Click to add title</a:t>
            </a:r>
          </a:p>
        </p:txBody>
      </p:sp>
      <p:sp>
        <p:nvSpPr>
          <p:cNvPr id="15" name="Text Placeholder 14">
            <a:extLst>
              <a:ext uri="{FF2B5EF4-FFF2-40B4-BE49-F238E27FC236}">
                <a16:creationId xmlns:a16="http://schemas.microsoft.com/office/drawing/2014/main" id="{7F6A4D9D-1690-4C0A-9F62-1FE93C0145FC}"/>
              </a:ext>
            </a:extLst>
          </p:cNvPr>
          <p:cNvSpPr>
            <a:spLocks noGrp="1"/>
          </p:cNvSpPr>
          <p:nvPr>
            <p:ph type="body" sz="quarter" idx="17" hasCustomPrompt="1"/>
          </p:nvPr>
        </p:nvSpPr>
        <p:spPr>
          <a:xfrm>
            <a:off x="8063529" y="3749098"/>
            <a:ext cx="2692240" cy="1148945"/>
          </a:xfrm>
          <a:prstGeom prst="rect">
            <a:avLst/>
          </a:prstGeom>
        </p:spPr>
        <p:txBody>
          <a:bodyPr/>
          <a:lstStyle>
            <a:lvl1pPr marL="0" indent="0" algn="ctr">
              <a:lnSpc>
                <a:spcPct val="150000"/>
              </a:lnSpc>
              <a:spcBef>
                <a:spcPts val="0"/>
              </a:spcBef>
              <a:buNone/>
              <a:defRPr sz="1400" cap="none" spc="0" baseline="0">
                <a:solidFill>
                  <a:schemeClr val="bg1"/>
                </a:solidFill>
                <a:latin typeface="+mn-lt"/>
              </a:defRPr>
            </a:lvl1pPr>
          </a:lstStyle>
          <a:p>
            <a:pPr lvl="0"/>
            <a:r>
              <a:rPr lang="en-US"/>
              <a:t>Click to add text</a:t>
            </a:r>
          </a:p>
        </p:txBody>
      </p:sp>
      <p:sp>
        <p:nvSpPr>
          <p:cNvPr id="20" name="Footer Placeholder 15">
            <a:extLst>
              <a:ext uri="{FF2B5EF4-FFF2-40B4-BE49-F238E27FC236}">
                <a16:creationId xmlns:a16="http://schemas.microsoft.com/office/drawing/2014/main" id="{48863DDD-C3CC-439D-B738-34F6E8960AFF}"/>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a:t>PRESENTATION TITLE</a:t>
            </a:r>
          </a:p>
        </p:txBody>
      </p:sp>
      <p:sp>
        <p:nvSpPr>
          <p:cNvPr id="21" name="Slide Number Placeholder 16">
            <a:extLst>
              <a:ext uri="{FF2B5EF4-FFF2-40B4-BE49-F238E27FC236}">
                <a16:creationId xmlns:a16="http://schemas.microsoft.com/office/drawing/2014/main" id="{A4788388-29C8-4E9F-BF82-A1648088A8B0}"/>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a:p>
        </p:txBody>
      </p:sp>
      <p:sp>
        <p:nvSpPr>
          <p:cNvPr id="22" name="Date Placeholder 14">
            <a:extLst>
              <a:ext uri="{FF2B5EF4-FFF2-40B4-BE49-F238E27FC236}">
                <a16:creationId xmlns:a16="http://schemas.microsoft.com/office/drawing/2014/main" id="{5E6E1CB5-0E5F-4B44-8044-4010565FCF6D}"/>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a:t>May 21, 20xx</a:t>
            </a:r>
          </a:p>
        </p:txBody>
      </p:sp>
    </p:spTree>
    <p:extLst>
      <p:ext uri="{BB962C8B-B14F-4D97-AF65-F5344CB8AC3E}">
        <p14:creationId xmlns:p14="http://schemas.microsoft.com/office/powerpoint/2010/main" val="23852851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arket Opportunity Overview">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4E96CB8F-A88F-40C3-A65B-8C33A16A0C2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1086E70-8E77-436D-93CE-4BCD3EC94BEA}"/>
              </a:ext>
            </a:extLst>
          </p:cNvPr>
          <p:cNvSpPr>
            <a:spLocks noGrp="1"/>
          </p:cNvSpPr>
          <p:nvPr>
            <p:ph type="title" hasCustomPrompt="1"/>
          </p:nvPr>
        </p:nvSpPr>
        <p:spPr>
          <a:xfrm>
            <a:off x="5029799" y="1380501"/>
            <a:ext cx="5097428" cy="991689"/>
          </a:xfrm>
          <a:prstGeom prst="rect">
            <a:avLst/>
          </a:prstGeom>
        </p:spPr>
        <p:txBody>
          <a:bodyPr/>
          <a:lstStyle>
            <a:lvl1pPr algn="ctr">
              <a:defRPr sz="2800" cap="all" spc="400" baseline="0">
                <a:solidFill>
                  <a:schemeClr val="bg1"/>
                </a:solidFill>
              </a:defRPr>
            </a:lvl1pPr>
          </a:lstStyle>
          <a:p>
            <a:r>
              <a:rPr lang="en-US"/>
              <a:t>Click to add title</a:t>
            </a:r>
          </a:p>
        </p:txBody>
      </p:sp>
      <p:sp>
        <p:nvSpPr>
          <p:cNvPr id="10" name="Text Placeholder 10">
            <a:extLst>
              <a:ext uri="{FF2B5EF4-FFF2-40B4-BE49-F238E27FC236}">
                <a16:creationId xmlns:a16="http://schemas.microsoft.com/office/drawing/2014/main" id="{C95B0D27-123C-4F09-AEDC-7874964B77BC}"/>
              </a:ext>
            </a:extLst>
          </p:cNvPr>
          <p:cNvSpPr>
            <a:spLocks noGrp="1"/>
          </p:cNvSpPr>
          <p:nvPr>
            <p:ph type="body" sz="quarter" idx="14" hasCustomPrompt="1"/>
          </p:nvPr>
        </p:nvSpPr>
        <p:spPr>
          <a:xfrm>
            <a:off x="692337" y="3400981"/>
            <a:ext cx="2693128" cy="991689"/>
          </a:xfrm>
          <a:prstGeom prst="rect">
            <a:avLst/>
          </a:prstGeom>
        </p:spPr>
        <p:txBody>
          <a:bodyPr anchor="b"/>
          <a:lstStyle>
            <a:lvl1pPr marL="0" indent="0" algn="l">
              <a:buNone/>
              <a:defRPr sz="5400" kern="0" cap="all" spc="400" baseline="0">
                <a:solidFill>
                  <a:schemeClr val="accent6"/>
                </a:solidFill>
                <a:latin typeface="+mj-lt"/>
              </a:defRPr>
            </a:lvl1pPr>
          </a:lstStyle>
          <a:p>
            <a:pPr lvl="0"/>
            <a:r>
              <a:rPr lang="en-US"/>
              <a:t>Add title</a:t>
            </a:r>
          </a:p>
        </p:txBody>
      </p:sp>
      <p:sp>
        <p:nvSpPr>
          <p:cNvPr id="13" name="Text Placeholder 14">
            <a:extLst>
              <a:ext uri="{FF2B5EF4-FFF2-40B4-BE49-F238E27FC236}">
                <a16:creationId xmlns:a16="http://schemas.microsoft.com/office/drawing/2014/main" id="{F3772143-8573-4FED-977E-651FC59C168F}"/>
              </a:ext>
            </a:extLst>
          </p:cNvPr>
          <p:cNvSpPr>
            <a:spLocks noGrp="1"/>
          </p:cNvSpPr>
          <p:nvPr>
            <p:ph type="body" sz="quarter" idx="20" hasCustomPrompt="1"/>
          </p:nvPr>
        </p:nvSpPr>
        <p:spPr>
          <a:xfrm>
            <a:off x="692336" y="4670980"/>
            <a:ext cx="2693129" cy="1151633"/>
          </a:xfrm>
          <a:prstGeom prst="rect">
            <a:avLst/>
          </a:prstGeom>
        </p:spPr>
        <p:txBody>
          <a:bodyPr anchor="t"/>
          <a:lstStyle>
            <a:lvl1pPr marL="0" indent="0" algn="l">
              <a:lnSpc>
                <a:spcPct val="150000"/>
              </a:lnSpc>
              <a:spcBef>
                <a:spcPts val="0"/>
              </a:spcBef>
              <a:buClr>
                <a:schemeClr val="accent6"/>
              </a:buClr>
              <a:buFont typeface="Courier New" panose="02070309020205020404" pitchFamily="49" charset="0"/>
              <a:buNone/>
              <a:defRPr sz="1400" cap="none" spc="0" baseline="0">
                <a:solidFill>
                  <a:schemeClr val="bg1"/>
                </a:solidFill>
                <a:latin typeface="+mn-lt"/>
              </a:defRPr>
            </a:lvl1pPr>
          </a:lstStyle>
          <a:p>
            <a:pPr lvl="0"/>
            <a:r>
              <a:rPr lang="en-US"/>
              <a:t>Add text here</a:t>
            </a:r>
          </a:p>
        </p:txBody>
      </p:sp>
      <p:sp>
        <p:nvSpPr>
          <p:cNvPr id="25" name="Text Placeholder 10">
            <a:extLst>
              <a:ext uri="{FF2B5EF4-FFF2-40B4-BE49-F238E27FC236}">
                <a16:creationId xmlns:a16="http://schemas.microsoft.com/office/drawing/2014/main" id="{4FD80858-A8CA-496F-8CC0-5ACDBE65112A}"/>
              </a:ext>
            </a:extLst>
          </p:cNvPr>
          <p:cNvSpPr>
            <a:spLocks noGrp="1"/>
          </p:cNvSpPr>
          <p:nvPr>
            <p:ph type="body" sz="quarter" idx="24" hasCustomPrompt="1"/>
          </p:nvPr>
        </p:nvSpPr>
        <p:spPr>
          <a:xfrm>
            <a:off x="3587933" y="3400981"/>
            <a:ext cx="2693128" cy="991689"/>
          </a:xfrm>
          <a:prstGeom prst="rect">
            <a:avLst/>
          </a:prstGeom>
        </p:spPr>
        <p:txBody>
          <a:bodyPr anchor="b"/>
          <a:lstStyle>
            <a:lvl1pPr marL="0" indent="0" algn="l">
              <a:buNone/>
              <a:defRPr sz="5400" kern="0" cap="all" spc="400" baseline="0">
                <a:solidFill>
                  <a:schemeClr val="accent6"/>
                </a:solidFill>
                <a:latin typeface="+mj-lt"/>
              </a:defRPr>
            </a:lvl1pPr>
          </a:lstStyle>
          <a:p>
            <a:pPr lvl="0"/>
            <a:r>
              <a:rPr lang="en-US"/>
              <a:t>Add title</a:t>
            </a:r>
          </a:p>
        </p:txBody>
      </p:sp>
      <p:sp>
        <p:nvSpPr>
          <p:cNvPr id="33" name="Text Placeholder 14">
            <a:extLst>
              <a:ext uri="{FF2B5EF4-FFF2-40B4-BE49-F238E27FC236}">
                <a16:creationId xmlns:a16="http://schemas.microsoft.com/office/drawing/2014/main" id="{2B840B1F-9319-4653-84C5-FF1FDC5E9D9A}"/>
              </a:ext>
            </a:extLst>
          </p:cNvPr>
          <p:cNvSpPr>
            <a:spLocks noGrp="1"/>
          </p:cNvSpPr>
          <p:nvPr>
            <p:ph type="body" sz="quarter" idx="21" hasCustomPrompt="1"/>
          </p:nvPr>
        </p:nvSpPr>
        <p:spPr>
          <a:xfrm>
            <a:off x="3587931" y="4670980"/>
            <a:ext cx="2693129" cy="1151633"/>
          </a:xfrm>
          <a:prstGeom prst="rect">
            <a:avLst/>
          </a:prstGeom>
        </p:spPr>
        <p:txBody>
          <a:bodyPr anchor="t"/>
          <a:lstStyle>
            <a:lvl1pPr marL="0" indent="0" algn="l">
              <a:lnSpc>
                <a:spcPct val="150000"/>
              </a:lnSpc>
              <a:spcBef>
                <a:spcPts val="0"/>
              </a:spcBef>
              <a:buClr>
                <a:schemeClr val="accent6"/>
              </a:buClr>
              <a:buFont typeface="Courier New" panose="02070309020205020404" pitchFamily="49" charset="0"/>
              <a:buNone/>
              <a:defRPr sz="1400" cap="none" spc="0" baseline="0">
                <a:solidFill>
                  <a:schemeClr val="bg1"/>
                </a:solidFill>
                <a:latin typeface="+mn-lt"/>
              </a:defRPr>
            </a:lvl1pPr>
          </a:lstStyle>
          <a:p>
            <a:pPr lvl="0"/>
            <a:r>
              <a:rPr lang="en-US"/>
              <a:t>Add text here</a:t>
            </a:r>
          </a:p>
        </p:txBody>
      </p:sp>
      <p:sp>
        <p:nvSpPr>
          <p:cNvPr id="27" name="Text Placeholder 10">
            <a:extLst>
              <a:ext uri="{FF2B5EF4-FFF2-40B4-BE49-F238E27FC236}">
                <a16:creationId xmlns:a16="http://schemas.microsoft.com/office/drawing/2014/main" id="{0882E4D8-D2AA-4EA0-BBCE-50334E8D160C}"/>
              </a:ext>
            </a:extLst>
          </p:cNvPr>
          <p:cNvSpPr>
            <a:spLocks noGrp="1"/>
          </p:cNvSpPr>
          <p:nvPr>
            <p:ph type="body" sz="quarter" idx="25" hasCustomPrompt="1"/>
          </p:nvPr>
        </p:nvSpPr>
        <p:spPr>
          <a:xfrm>
            <a:off x="6483530" y="3400981"/>
            <a:ext cx="2693128" cy="991689"/>
          </a:xfrm>
          <a:prstGeom prst="rect">
            <a:avLst/>
          </a:prstGeom>
        </p:spPr>
        <p:txBody>
          <a:bodyPr anchor="b"/>
          <a:lstStyle>
            <a:lvl1pPr marL="0" indent="0" algn="l">
              <a:buNone/>
              <a:defRPr sz="5400" kern="0" cap="all" spc="400" baseline="0">
                <a:solidFill>
                  <a:schemeClr val="accent6"/>
                </a:solidFill>
                <a:latin typeface="+mj-lt"/>
              </a:defRPr>
            </a:lvl1pPr>
          </a:lstStyle>
          <a:p>
            <a:pPr lvl="0"/>
            <a:r>
              <a:rPr lang="en-US"/>
              <a:t>Add title</a:t>
            </a:r>
          </a:p>
        </p:txBody>
      </p:sp>
      <p:sp>
        <p:nvSpPr>
          <p:cNvPr id="36" name="Text Placeholder 14">
            <a:extLst>
              <a:ext uri="{FF2B5EF4-FFF2-40B4-BE49-F238E27FC236}">
                <a16:creationId xmlns:a16="http://schemas.microsoft.com/office/drawing/2014/main" id="{97EFBCD4-F812-493F-895A-3449020A0651}"/>
              </a:ext>
            </a:extLst>
          </p:cNvPr>
          <p:cNvSpPr>
            <a:spLocks noGrp="1"/>
          </p:cNvSpPr>
          <p:nvPr>
            <p:ph type="body" sz="quarter" idx="23" hasCustomPrompt="1"/>
          </p:nvPr>
        </p:nvSpPr>
        <p:spPr>
          <a:xfrm>
            <a:off x="6483528" y="4670980"/>
            <a:ext cx="2693129" cy="1151633"/>
          </a:xfrm>
          <a:prstGeom prst="rect">
            <a:avLst/>
          </a:prstGeom>
        </p:spPr>
        <p:txBody>
          <a:bodyPr anchor="t"/>
          <a:lstStyle>
            <a:lvl1pPr marL="0" indent="0" algn="l">
              <a:lnSpc>
                <a:spcPct val="150000"/>
              </a:lnSpc>
              <a:spcBef>
                <a:spcPts val="0"/>
              </a:spcBef>
              <a:buClr>
                <a:schemeClr val="accent6"/>
              </a:buClr>
              <a:buFont typeface="Courier New" panose="02070309020205020404" pitchFamily="49" charset="0"/>
              <a:buNone/>
              <a:defRPr sz="1400" cap="none" spc="0" baseline="0">
                <a:solidFill>
                  <a:schemeClr val="bg1"/>
                </a:solidFill>
                <a:latin typeface="+mn-lt"/>
              </a:defRPr>
            </a:lvl1pPr>
          </a:lstStyle>
          <a:p>
            <a:pPr lvl="0"/>
            <a:r>
              <a:rPr lang="en-US"/>
              <a:t>Add text here</a:t>
            </a:r>
          </a:p>
        </p:txBody>
      </p:sp>
      <p:sp>
        <p:nvSpPr>
          <p:cNvPr id="20" name="Footer Placeholder 15">
            <a:extLst>
              <a:ext uri="{FF2B5EF4-FFF2-40B4-BE49-F238E27FC236}">
                <a16:creationId xmlns:a16="http://schemas.microsoft.com/office/drawing/2014/main" id="{698D43C2-06AB-4549-BCD0-CBDCA0653292}"/>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effectLst>
                  <a:outerShdw blurRad="38100" dist="38100" dir="2700000" algn="tl">
                    <a:srgbClr val="000000">
                      <a:alpha val="43137"/>
                    </a:srgbClr>
                  </a:outerShdw>
                </a:effectLst>
                <a:latin typeface="+mj-lt"/>
              </a:defRPr>
            </a:lvl1pPr>
          </a:lstStyle>
          <a:p>
            <a:r>
              <a:rPr lang="en-US"/>
              <a:t>PRESENTATION TITLE</a:t>
            </a:r>
          </a:p>
        </p:txBody>
      </p:sp>
      <p:sp>
        <p:nvSpPr>
          <p:cNvPr id="21" name="Slide Number Placeholder 16">
            <a:extLst>
              <a:ext uri="{FF2B5EF4-FFF2-40B4-BE49-F238E27FC236}">
                <a16:creationId xmlns:a16="http://schemas.microsoft.com/office/drawing/2014/main" id="{7B2AB1D3-DFF0-43A8-BDE0-52FB314E03A1}"/>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effectLst>
                  <a:outerShdw blurRad="38100" dist="38100" dir="2700000" algn="tl">
                    <a:srgbClr val="000000">
                      <a:alpha val="43137"/>
                    </a:srgbClr>
                  </a:outerShdw>
                </a:effectLst>
                <a:latin typeface="+mn-lt"/>
              </a:defRPr>
            </a:lvl1pPr>
          </a:lstStyle>
          <a:p>
            <a:pPr>
              <a:defRPr/>
            </a:pPr>
            <a:fld id="{8D1FC6F8-0BCD-47E9-9C64-690771D9C143}" type="slidenum">
              <a:rPr lang="en-US" smtClean="0"/>
              <a:pPr>
                <a:defRPr/>
              </a:pPr>
              <a:t>‹#›</a:t>
            </a:fld>
            <a:endParaRPr lang="en-US"/>
          </a:p>
        </p:txBody>
      </p:sp>
      <p:sp>
        <p:nvSpPr>
          <p:cNvPr id="22" name="Date Placeholder 14">
            <a:extLst>
              <a:ext uri="{FF2B5EF4-FFF2-40B4-BE49-F238E27FC236}">
                <a16:creationId xmlns:a16="http://schemas.microsoft.com/office/drawing/2014/main" id="{28A81ABF-135E-483F-9992-6F79C2F559E9}"/>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effectLst>
                  <a:outerShdw blurRad="38100" dist="38100" dir="2700000" algn="tl">
                    <a:srgbClr val="000000">
                      <a:alpha val="43137"/>
                    </a:srgbClr>
                  </a:outerShdw>
                </a:effectLst>
                <a:latin typeface="+mj-lt"/>
              </a:defRPr>
            </a:lvl1pPr>
          </a:lstStyle>
          <a:p>
            <a:pPr>
              <a:defRPr/>
            </a:pPr>
            <a:r>
              <a:rPr lang="en-US" cap="all"/>
              <a:t>May 21, 20xx</a:t>
            </a:r>
          </a:p>
        </p:txBody>
      </p:sp>
    </p:spTree>
    <p:extLst>
      <p:ext uri="{BB962C8B-B14F-4D97-AF65-F5344CB8AC3E}">
        <p14:creationId xmlns:p14="http://schemas.microsoft.com/office/powerpoint/2010/main" val="30787619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rket Opportunity Comparison">
    <p:spTree>
      <p:nvGrpSpPr>
        <p:cNvPr id="1" name=""/>
        <p:cNvGrpSpPr/>
        <p:nvPr/>
      </p:nvGrpSpPr>
      <p:grpSpPr>
        <a:xfrm>
          <a:off x="0" y="0"/>
          <a:ext cx="0" cy="0"/>
          <a:chOff x="0" y="0"/>
          <a:chExt cx="0" cy="0"/>
        </a:xfrm>
      </p:grpSpPr>
      <p:pic>
        <p:nvPicPr>
          <p:cNvPr id="37" name="Graphic 36">
            <a:extLst>
              <a:ext uri="{FF2B5EF4-FFF2-40B4-BE49-F238E27FC236}">
                <a16:creationId xmlns:a16="http://schemas.microsoft.com/office/drawing/2014/main" id="{133E6176-F4F6-41F9-8F2A-BA6586E1658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448AC667-531B-4E40-98C6-B36847DE0684}"/>
              </a:ext>
            </a:extLst>
          </p:cNvPr>
          <p:cNvSpPr>
            <a:spLocks noGrp="1"/>
          </p:cNvSpPr>
          <p:nvPr>
            <p:ph type="title" hasCustomPrompt="1"/>
          </p:nvPr>
        </p:nvSpPr>
        <p:spPr>
          <a:xfrm>
            <a:off x="5029799" y="1377876"/>
            <a:ext cx="5097428" cy="918377"/>
          </a:xfrm>
          <a:prstGeom prst="rect">
            <a:avLst/>
          </a:prstGeom>
        </p:spPr>
        <p:txBody>
          <a:bodyPr/>
          <a:lstStyle>
            <a:lvl1pPr algn="ctr">
              <a:defRPr sz="2800" cap="all" spc="400" baseline="0">
                <a:solidFill>
                  <a:schemeClr val="bg1"/>
                </a:solidFill>
              </a:defRPr>
            </a:lvl1pPr>
          </a:lstStyle>
          <a:p>
            <a:r>
              <a:rPr lang="en-US"/>
              <a:t>Click to add title</a:t>
            </a:r>
          </a:p>
        </p:txBody>
      </p:sp>
      <p:sp>
        <p:nvSpPr>
          <p:cNvPr id="25" name="Text Placeholder 10">
            <a:extLst>
              <a:ext uri="{FF2B5EF4-FFF2-40B4-BE49-F238E27FC236}">
                <a16:creationId xmlns:a16="http://schemas.microsoft.com/office/drawing/2014/main" id="{42930722-7AFE-41FC-8830-E2075CE783EA}"/>
              </a:ext>
            </a:extLst>
          </p:cNvPr>
          <p:cNvSpPr>
            <a:spLocks noGrp="1"/>
          </p:cNvSpPr>
          <p:nvPr>
            <p:ph type="body" sz="quarter" idx="14" hasCustomPrompt="1"/>
          </p:nvPr>
        </p:nvSpPr>
        <p:spPr>
          <a:xfrm>
            <a:off x="2535012" y="2724048"/>
            <a:ext cx="1786461" cy="1072345"/>
          </a:xfrm>
          <a:prstGeom prst="rect">
            <a:avLst/>
          </a:prstGeom>
        </p:spPr>
        <p:txBody>
          <a:bodyPr anchor="ctr"/>
          <a:lstStyle>
            <a:lvl1pPr marL="0" indent="0" algn="l">
              <a:buNone/>
              <a:defRPr sz="5400" cap="all" spc="400" baseline="0">
                <a:solidFill>
                  <a:schemeClr val="accent6"/>
                </a:solidFill>
                <a:latin typeface="+mj-lt"/>
              </a:defRPr>
            </a:lvl1pPr>
          </a:lstStyle>
          <a:p>
            <a:pPr lvl="0"/>
            <a:r>
              <a:rPr lang="en-US"/>
              <a:t>text</a:t>
            </a:r>
          </a:p>
        </p:txBody>
      </p:sp>
      <p:sp>
        <p:nvSpPr>
          <p:cNvPr id="26" name="Text Placeholder 14">
            <a:extLst>
              <a:ext uri="{FF2B5EF4-FFF2-40B4-BE49-F238E27FC236}">
                <a16:creationId xmlns:a16="http://schemas.microsoft.com/office/drawing/2014/main" id="{4FD0E59A-1834-4F86-8ED3-1EBC643224D7}"/>
              </a:ext>
            </a:extLst>
          </p:cNvPr>
          <p:cNvSpPr>
            <a:spLocks noGrp="1"/>
          </p:cNvSpPr>
          <p:nvPr>
            <p:ph type="body" sz="quarter" idx="19" hasCustomPrompt="1"/>
          </p:nvPr>
        </p:nvSpPr>
        <p:spPr>
          <a:xfrm>
            <a:off x="4267209" y="2930881"/>
            <a:ext cx="3639904" cy="387746"/>
          </a:xfrm>
          <a:prstGeom prst="rect">
            <a:avLst/>
          </a:prstGeom>
        </p:spPr>
        <p:txBody>
          <a:bodyPr/>
          <a:lstStyle>
            <a:lvl1pPr marL="0" indent="0" algn="l">
              <a:buNone/>
              <a:defRPr sz="1800" cap="none" spc="200" baseline="0">
                <a:solidFill>
                  <a:schemeClr val="bg1"/>
                </a:solidFill>
                <a:latin typeface="+mn-lt"/>
              </a:defRPr>
            </a:lvl1pPr>
          </a:lstStyle>
          <a:p>
            <a:pPr lvl="0"/>
            <a:r>
              <a:rPr lang="en-US"/>
              <a:t>Add subtitle</a:t>
            </a:r>
          </a:p>
        </p:txBody>
      </p:sp>
      <p:sp>
        <p:nvSpPr>
          <p:cNvPr id="27" name="Text Placeholder 14">
            <a:extLst>
              <a:ext uri="{FF2B5EF4-FFF2-40B4-BE49-F238E27FC236}">
                <a16:creationId xmlns:a16="http://schemas.microsoft.com/office/drawing/2014/main" id="{7084F479-66F8-4110-96A2-F3A27ED1C202}"/>
              </a:ext>
            </a:extLst>
          </p:cNvPr>
          <p:cNvSpPr>
            <a:spLocks noGrp="1"/>
          </p:cNvSpPr>
          <p:nvPr>
            <p:ph type="body" sz="quarter" idx="20" hasCustomPrompt="1"/>
          </p:nvPr>
        </p:nvSpPr>
        <p:spPr>
          <a:xfrm>
            <a:off x="4267209" y="3282057"/>
            <a:ext cx="3639904" cy="481781"/>
          </a:xfrm>
          <a:prstGeom prst="rect">
            <a:avLst/>
          </a:prstGeom>
        </p:spPr>
        <p:txBody>
          <a:bodyPr/>
          <a:lstStyle>
            <a:lvl1pPr marL="0" indent="0" algn="l">
              <a:buNone/>
              <a:defRPr sz="1400" cap="none" spc="200" baseline="0">
                <a:solidFill>
                  <a:schemeClr val="bg1"/>
                </a:solidFill>
                <a:latin typeface="+mn-lt"/>
              </a:defRPr>
            </a:lvl1pPr>
          </a:lstStyle>
          <a:p>
            <a:pPr lvl="0"/>
            <a:r>
              <a:rPr lang="en-US"/>
              <a:t>Add subtitle</a:t>
            </a:r>
          </a:p>
        </p:txBody>
      </p:sp>
      <p:sp>
        <p:nvSpPr>
          <p:cNvPr id="28" name="Text Placeholder 10">
            <a:extLst>
              <a:ext uri="{FF2B5EF4-FFF2-40B4-BE49-F238E27FC236}">
                <a16:creationId xmlns:a16="http://schemas.microsoft.com/office/drawing/2014/main" id="{DD083869-3E3D-40A3-AE1C-3384E7096AED}"/>
              </a:ext>
            </a:extLst>
          </p:cNvPr>
          <p:cNvSpPr>
            <a:spLocks noGrp="1"/>
          </p:cNvSpPr>
          <p:nvPr>
            <p:ph type="body" sz="quarter" idx="21" hasCustomPrompt="1"/>
          </p:nvPr>
        </p:nvSpPr>
        <p:spPr>
          <a:xfrm>
            <a:off x="2535012" y="3882118"/>
            <a:ext cx="1786461" cy="1072345"/>
          </a:xfrm>
          <a:prstGeom prst="rect">
            <a:avLst/>
          </a:prstGeom>
        </p:spPr>
        <p:txBody>
          <a:bodyPr anchor="ctr"/>
          <a:lstStyle>
            <a:lvl1pPr marL="0" indent="0" algn="l">
              <a:buNone/>
              <a:defRPr sz="5400" cap="all" spc="400" baseline="0">
                <a:solidFill>
                  <a:schemeClr val="accent6"/>
                </a:solidFill>
                <a:latin typeface="+mj-lt"/>
              </a:defRPr>
            </a:lvl1pPr>
          </a:lstStyle>
          <a:p>
            <a:pPr lvl="0"/>
            <a:r>
              <a:rPr lang="en-US"/>
              <a:t>text</a:t>
            </a:r>
          </a:p>
        </p:txBody>
      </p:sp>
      <p:sp>
        <p:nvSpPr>
          <p:cNvPr id="29" name="Text Placeholder 14">
            <a:extLst>
              <a:ext uri="{FF2B5EF4-FFF2-40B4-BE49-F238E27FC236}">
                <a16:creationId xmlns:a16="http://schemas.microsoft.com/office/drawing/2014/main" id="{ECD259C4-54A9-4BCA-A693-5A8F91D824AD}"/>
              </a:ext>
            </a:extLst>
          </p:cNvPr>
          <p:cNvSpPr>
            <a:spLocks noGrp="1"/>
          </p:cNvSpPr>
          <p:nvPr>
            <p:ph type="body" sz="quarter" idx="22" hasCustomPrompt="1"/>
          </p:nvPr>
        </p:nvSpPr>
        <p:spPr>
          <a:xfrm>
            <a:off x="4267209" y="4097257"/>
            <a:ext cx="3639905" cy="387746"/>
          </a:xfrm>
          <a:prstGeom prst="rect">
            <a:avLst/>
          </a:prstGeom>
        </p:spPr>
        <p:txBody>
          <a:bodyPr/>
          <a:lstStyle>
            <a:lvl1pPr marL="0" indent="0" algn="l">
              <a:buNone/>
              <a:defRPr sz="1800" cap="none" spc="200" baseline="0">
                <a:solidFill>
                  <a:schemeClr val="bg1"/>
                </a:solidFill>
                <a:latin typeface="+mn-lt"/>
              </a:defRPr>
            </a:lvl1pPr>
          </a:lstStyle>
          <a:p>
            <a:pPr lvl="0"/>
            <a:r>
              <a:rPr lang="en-US"/>
              <a:t>Add subtitle</a:t>
            </a:r>
          </a:p>
        </p:txBody>
      </p:sp>
      <p:sp>
        <p:nvSpPr>
          <p:cNvPr id="30" name="Text Placeholder 14">
            <a:extLst>
              <a:ext uri="{FF2B5EF4-FFF2-40B4-BE49-F238E27FC236}">
                <a16:creationId xmlns:a16="http://schemas.microsoft.com/office/drawing/2014/main" id="{3099E6DD-0A81-4AD6-97AD-DB777418E5D6}"/>
              </a:ext>
            </a:extLst>
          </p:cNvPr>
          <p:cNvSpPr>
            <a:spLocks noGrp="1"/>
          </p:cNvSpPr>
          <p:nvPr>
            <p:ph type="body" sz="quarter" idx="23" hasCustomPrompt="1"/>
          </p:nvPr>
        </p:nvSpPr>
        <p:spPr>
          <a:xfrm>
            <a:off x="4267209" y="4448433"/>
            <a:ext cx="3639905" cy="481781"/>
          </a:xfrm>
          <a:prstGeom prst="rect">
            <a:avLst/>
          </a:prstGeom>
        </p:spPr>
        <p:txBody>
          <a:bodyPr/>
          <a:lstStyle>
            <a:lvl1pPr marL="0" indent="0" algn="l">
              <a:buNone/>
              <a:defRPr sz="1400" cap="none" spc="200" baseline="0">
                <a:solidFill>
                  <a:schemeClr val="bg1"/>
                </a:solidFill>
                <a:latin typeface="+mn-lt"/>
              </a:defRPr>
            </a:lvl1pPr>
          </a:lstStyle>
          <a:p>
            <a:pPr lvl="0"/>
            <a:r>
              <a:rPr lang="en-US"/>
              <a:t>Add subtitle</a:t>
            </a:r>
          </a:p>
        </p:txBody>
      </p:sp>
      <p:sp>
        <p:nvSpPr>
          <p:cNvPr id="31" name="Text Placeholder 10">
            <a:extLst>
              <a:ext uri="{FF2B5EF4-FFF2-40B4-BE49-F238E27FC236}">
                <a16:creationId xmlns:a16="http://schemas.microsoft.com/office/drawing/2014/main" id="{01E19938-3E97-4D01-9075-1BB1AF8DDF0B}"/>
              </a:ext>
            </a:extLst>
          </p:cNvPr>
          <p:cNvSpPr>
            <a:spLocks noGrp="1"/>
          </p:cNvSpPr>
          <p:nvPr>
            <p:ph type="body" sz="quarter" idx="24" hasCustomPrompt="1"/>
          </p:nvPr>
        </p:nvSpPr>
        <p:spPr>
          <a:xfrm>
            <a:off x="2535012" y="5046627"/>
            <a:ext cx="1786461" cy="1072345"/>
          </a:xfrm>
          <a:prstGeom prst="rect">
            <a:avLst/>
          </a:prstGeom>
        </p:spPr>
        <p:txBody>
          <a:bodyPr anchor="ctr"/>
          <a:lstStyle>
            <a:lvl1pPr marL="0" indent="0" algn="l">
              <a:buNone/>
              <a:defRPr sz="5400" cap="all" spc="400" baseline="0">
                <a:solidFill>
                  <a:schemeClr val="accent6"/>
                </a:solidFill>
                <a:latin typeface="+mj-lt"/>
              </a:defRPr>
            </a:lvl1pPr>
          </a:lstStyle>
          <a:p>
            <a:pPr lvl="0"/>
            <a:r>
              <a:rPr lang="en-US"/>
              <a:t>text</a:t>
            </a:r>
          </a:p>
        </p:txBody>
      </p:sp>
      <p:sp>
        <p:nvSpPr>
          <p:cNvPr id="32" name="Text Placeholder 14">
            <a:extLst>
              <a:ext uri="{FF2B5EF4-FFF2-40B4-BE49-F238E27FC236}">
                <a16:creationId xmlns:a16="http://schemas.microsoft.com/office/drawing/2014/main" id="{FA19E736-C7E5-448A-AC90-0EB1D902C0D9}"/>
              </a:ext>
            </a:extLst>
          </p:cNvPr>
          <p:cNvSpPr>
            <a:spLocks noGrp="1"/>
          </p:cNvSpPr>
          <p:nvPr>
            <p:ph type="body" sz="quarter" idx="25" hasCustomPrompt="1"/>
          </p:nvPr>
        </p:nvSpPr>
        <p:spPr>
          <a:xfrm>
            <a:off x="4258730" y="5267189"/>
            <a:ext cx="3639905" cy="387746"/>
          </a:xfrm>
          <a:prstGeom prst="rect">
            <a:avLst/>
          </a:prstGeom>
        </p:spPr>
        <p:txBody>
          <a:bodyPr/>
          <a:lstStyle>
            <a:lvl1pPr marL="0" indent="0" algn="l">
              <a:buNone/>
              <a:defRPr sz="1800" cap="none" spc="200" baseline="0">
                <a:solidFill>
                  <a:schemeClr val="bg1"/>
                </a:solidFill>
                <a:latin typeface="+mn-lt"/>
              </a:defRPr>
            </a:lvl1pPr>
          </a:lstStyle>
          <a:p>
            <a:pPr lvl="0"/>
            <a:r>
              <a:rPr lang="en-US"/>
              <a:t>Add subtitle</a:t>
            </a:r>
          </a:p>
        </p:txBody>
      </p:sp>
      <p:sp>
        <p:nvSpPr>
          <p:cNvPr id="33" name="Text Placeholder 14">
            <a:extLst>
              <a:ext uri="{FF2B5EF4-FFF2-40B4-BE49-F238E27FC236}">
                <a16:creationId xmlns:a16="http://schemas.microsoft.com/office/drawing/2014/main" id="{4C139082-0147-4871-8F86-8D4DFC57E881}"/>
              </a:ext>
            </a:extLst>
          </p:cNvPr>
          <p:cNvSpPr>
            <a:spLocks noGrp="1"/>
          </p:cNvSpPr>
          <p:nvPr>
            <p:ph type="body" sz="quarter" idx="26" hasCustomPrompt="1"/>
          </p:nvPr>
        </p:nvSpPr>
        <p:spPr>
          <a:xfrm>
            <a:off x="4258730" y="5618365"/>
            <a:ext cx="3639905" cy="481781"/>
          </a:xfrm>
          <a:prstGeom prst="rect">
            <a:avLst/>
          </a:prstGeom>
        </p:spPr>
        <p:txBody>
          <a:bodyPr/>
          <a:lstStyle>
            <a:lvl1pPr marL="0" indent="0" algn="l">
              <a:buNone/>
              <a:defRPr sz="1400" cap="none" spc="200" baseline="0">
                <a:solidFill>
                  <a:schemeClr val="bg1"/>
                </a:solidFill>
                <a:latin typeface="+mn-lt"/>
              </a:defRPr>
            </a:lvl1pPr>
          </a:lstStyle>
          <a:p>
            <a:pPr lvl="0"/>
            <a:r>
              <a:rPr lang="en-US"/>
              <a:t>Add subtitle</a:t>
            </a:r>
          </a:p>
        </p:txBody>
      </p:sp>
      <p:sp>
        <p:nvSpPr>
          <p:cNvPr id="21" name="Footer Placeholder 15">
            <a:extLst>
              <a:ext uri="{FF2B5EF4-FFF2-40B4-BE49-F238E27FC236}">
                <a16:creationId xmlns:a16="http://schemas.microsoft.com/office/drawing/2014/main" id="{97BCF052-161B-4AD4-AE2D-DED3FA964C2D}"/>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effectLst>
                  <a:outerShdw blurRad="38100" dist="38100" dir="2700000" algn="tl">
                    <a:srgbClr val="000000">
                      <a:alpha val="43137"/>
                    </a:srgbClr>
                  </a:outerShdw>
                </a:effectLst>
                <a:latin typeface="+mj-lt"/>
              </a:defRPr>
            </a:lvl1pPr>
          </a:lstStyle>
          <a:p>
            <a:r>
              <a:rPr lang="en-US"/>
              <a:t>PRESENTATION TITLE</a:t>
            </a:r>
          </a:p>
        </p:txBody>
      </p:sp>
      <p:sp>
        <p:nvSpPr>
          <p:cNvPr id="22" name="Slide Number Placeholder 16">
            <a:extLst>
              <a:ext uri="{FF2B5EF4-FFF2-40B4-BE49-F238E27FC236}">
                <a16:creationId xmlns:a16="http://schemas.microsoft.com/office/drawing/2014/main" id="{E388F47C-0B7F-4C1B-B356-52A1CB56DD0D}"/>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effectLst>
                  <a:outerShdw blurRad="38100" dist="38100" dir="2700000" algn="tl">
                    <a:srgbClr val="000000">
                      <a:alpha val="43137"/>
                    </a:srgbClr>
                  </a:outerShdw>
                </a:effectLst>
                <a:latin typeface="+mn-lt"/>
              </a:defRPr>
            </a:lvl1pPr>
          </a:lstStyle>
          <a:p>
            <a:pPr>
              <a:defRPr/>
            </a:pPr>
            <a:fld id="{8D1FC6F8-0BCD-47E9-9C64-690771D9C143}" type="slidenum">
              <a:rPr lang="en-US" smtClean="0"/>
              <a:pPr>
                <a:defRPr/>
              </a:pPr>
              <a:t>‹#›</a:t>
            </a:fld>
            <a:endParaRPr lang="en-US"/>
          </a:p>
        </p:txBody>
      </p:sp>
      <p:sp>
        <p:nvSpPr>
          <p:cNvPr id="23" name="Date Placeholder 14">
            <a:extLst>
              <a:ext uri="{FF2B5EF4-FFF2-40B4-BE49-F238E27FC236}">
                <a16:creationId xmlns:a16="http://schemas.microsoft.com/office/drawing/2014/main" id="{4654010E-C1FB-4195-AD8B-03A8DAE012A0}"/>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effectLst>
                  <a:outerShdw blurRad="38100" dist="38100" dir="2700000" algn="tl">
                    <a:srgbClr val="000000">
                      <a:alpha val="43137"/>
                    </a:srgbClr>
                  </a:outerShdw>
                </a:effectLst>
                <a:latin typeface="+mj-lt"/>
              </a:defRPr>
            </a:lvl1pPr>
          </a:lstStyle>
          <a:p>
            <a:pPr>
              <a:defRPr/>
            </a:pPr>
            <a:r>
              <a:rPr lang="en-US" cap="all"/>
              <a:t>May 21, 20xx</a:t>
            </a:r>
          </a:p>
        </p:txBody>
      </p:sp>
    </p:spTree>
    <p:extLst>
      <p:ext uri="{BB962C8B-B14F-4D97-AF65-F5344CB8AC3E}">
        <p14:creationId xmlns:p14="http://schemas.microsoft.com/office/powerpoint/2010/main" val="26080759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ur Competition">
    <p:spTree>
      <p:nvGrpSpPr>
        <p:cNvPr id="1" name=""/>
        <p:cNvGrpSpPr/>
        <p:nvPr/>
      </p:nvGrpSpPr>
      <p:grpSpPr>
        <a:xfrm>
          <a:off x="0" y="0"/>
          <a:ext cx="0" cy="0"/>
          <a:chOff x="0" y="0"/>
          <a:chExt cx="0" cy="0"/>
        </a:xfrm>
      </p:grpSpPr>
      <p:pic>
        <p:nvPicPr>
          <p:cNvPr id="31" name="Graphic 30">
            <a:extLst>
              <a:ext uri="{FF2B5EF4-FFF2-40B4-BE49-F238E27FC236}">
                <a16:creationId xmlns:a16="http://schemas.microsoft.com/office/drawing/2014/main" id="{84044BB2-E43C-47D4-AA71-04F22AA35EA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4C0F929B-B0E5-4A66-B6D7-462C68EF7A7F}"/>
              </a:ext>
            </a:extLst>
          </p:cNvPr>
          <p:cNvSpPr>
            <a:spLocks noGrp="1"/>
          </p:cNvSpPr>
          <p:nvPr>
            <p:ph type="title" hasCustomPrompt="1"/>
          </p:nvPr>
        </p:nvSpPr>
        <p:spPr>
          <a:xfrm>
            <a:off x="2434082" y="2232234"/>
            <a:ext cx="7323836" cy="743753"/>
          </a:xfrm>
          <a:prstGeom prst="rect">
            <a:avLst/>
          </a:prstGeom>
        </p:spPr>
        <p:txBody>
          <a:bodyPr/>
          <a:lstStyle>
            <a:lvl1pPr algn="ctr">
              <a:defRPr sz="2800" cap="all" spc="400" baseline="0">
                <a:solidFill>
                  <a:schemeClr val="bg1"/>
                </a:solidFill>
              </a:defRPr>
            </a:lvl1pPr>
          </a:lstStyle>
          <a:p>
            <a:r>
              <a:rPr lang="en-US"/>
              <a:t>Click to add title</a:t>
            </a:r>
          </a:p>
        </p:txBody>
      </p:sp>
      <p:sp>
        <p:nvSpPr>
          <p:cNvPr id="24" name="Text Placeholder 14">
            <a:extLst>
              <a:ext uri="{FF2B5EF4-FFF2-40B4-BE49-F238E27FC236}">
                <a16:creationId xmlns:a16="http://schemas.microsoft.com/office/drawing/2014/main" id="{04A0468C-03A1-433C-BEB5-89CD0787ABA4}"/>
              </a:ext>
            </a:extLst>
          </p:cNvPr>
          <p:cNvSpPr>
            <a:spLocks noGrp="1"/>
          </p:cNvSpPr>
          <p:nvPr>
            <p:ph type="body" sz="quarter" idx="19" hasCustomPrompt="1"/>
          </p:nvPr>
        </p:nvSpPr>
        <p:spPr>
          <a:xfrm>
            <a:off x="1469369" y="3317783"/>
            <a:ext cx="4172533" cy="274650"/>
          </a:xfrm>
          <a:prstGeom prst="rect">
            <a:avLst/>
          </a:prstGeom>
        </p:spPr>
        <p:txBody>
          <a:bodyPr/>
          <a:lstStyle>
            <a:lvl1pPr marL="0" indent="0" algn="l">
              <a:buNone/>
              <a:defRPr sz="1600" cap="all" spc="200" baseline="0">
                <a:solidFill>
                  <a:schemeClr val="accent6"/>
                </a:solidFill>
                <a:latin typeface="+mj-lt"/>
              </a:defRPr>
            </a:lvl1pPr>
          </a:lstStyle>
          <a:p>
            <a:pPr lvl="0"/>
            <a:r>
              <a:rPr lang="en-US"/>
              <a:t>Add subtitle</a:t>
            </a:r>
          </a:p>
        </p:txBody>
      </p:sp>
      <p:sp>
        <p:nvSpPr>
          <p:cNvPr id="25" name="Text Placeholder 14">
            <a:extLst>
              <a:ext uri="{FF2B5EF4-FFF2-40B4-BE49-F238E27FC236}">
                <a16:creationId xmlns:a16="http://schemas.microsoft.com/office/drawing/2014/main" id="{1345DEAC-8D5A-44A0-9EA3-9A2039ADD049}"/>
              </a:ext>
            </a:extLst>
          </p:cNvPr>
          <p:cNvSpPr>
            <a:spLocks noGrp="1"/>
          </p:cNvSpPr>
          <p:nvPr>
            <p:ph type="body" sz="quarter" idx="20" hasCustomPrompt="1"/>
          </p:nvPr>
        </p:nvSpPr>
        <p:spPr>
          <a:xfrm>
            <a:off x="1469369" y="3651424"/>
            <a:ext cx="4172533" cy="2329657"/>
          </a:xfrm>
          <a:prstGeom prst="rect">
            <a:avLst/>
          </a:prstGeom>
        </p:spPr>
        <p:txBody>
          <a:bodyPr/>
          <a:lstStyle>
            <a:lvl1pPr marL="0" indent="0" algn="l">
              <a:lnSpc>
                <a:spcPct val="150000"/>
              </a:lnSpc>
              <a:spcBef>
                <a:spcPts val="0"/>
              </a:spcBef>
              <a:spcAft>
                <a:spcPts val="1200"/>
              </a:spcAft>
              <a:buClr>
                <a:schemeClr val="accent6"/>
              </a:buClr>
              <a:buFont typeface="Courier New" panose="02070309020205020404" pitchFamily="49" charset="0"/>
              <a:buNone/>
              <a:defRPr sz="1400" cap="none" spc="0" baseline="0">
                <a:solidFill>
                  <a:schemeClr val="bg1"/>
                </a:solidFill>
                <a:latin typeface="+mn-lt"/>
              </a:defRPr>
            </a:lvl1pPr>
          </a:lstStyle>
          <a:p>
            <a:pPr lvl="0"/>
            <a:r>
              <a:rPr lang="en-US"/>
              <a:t>Add text here</a:t>
            </a:r>
          </a:p>
        </p:txBody>
      </p:sp>
      <p:sp>
        <p:nvSpPr>
          <p:cNvPr id="26" name="Text Placeholder 14">
            <a:extLst>
              <a:ext uri="{FF2B5EF4-FFF2-40B4-BE49-F238E27FC236}">
                <a16:creationId xmlns:a16="http://schemas.microsoft.com/office/drawing/2014/main" id="{D2839B01-8B79-4655-BADE-8F0A9351936D}"/>
              </a:ext>
            </a:extLst>
          </p:cNvPr>
          <p:cNvSpPr>
            <a:spLocks noGrp="1"/>
          </p:cNvSpPr>
          <p:nvPr>
            <p:ph type="body" sz="quarter" idx="21" hasCustomPrompt="1"/>
          </p:nvPr>
        </p:nvSpPr>
        <p:spPr>
          <a:xfrm>
            <a:off x="6672448" y="3317783"/>
            <a:ext cx="4172533" cy="274650"/>
          </a:xfrm>
          <a:prstGeom prst="rect">
            <a:avLst/>
          </a:prstGeom>
        </p:spPr>
        <p:txBody>
          <a:bodyPr/>
          <a:lstStyle>
            <a:lvl1pPr marL="0" indent="0" algn="l">
              <a:buNone/>
              <a:defRPr sz="1600" cap="all" spc="200" baseline="0">
                <a:solidFill>
                  <a:schemeClr val="accent6"/>
                </a:solidFill>
                <a:latin typeface="+mj-lt"/>
              </a:defRPr>
            </a:lvl1pPr>
          </a:lstStyle>
          <a:p>
            <a:pPr lvl="0"/>
            <a:r>
              <a:rPr lang="en-US"/>
              <a:t>Add subtitle</a:t>
            </a:r>
          </a:p>
        </p:txBody>
      </p:sp>
      <p:sp>
        <p:nvSpPr>
          <p:cNvPr id="27" name="Text Placeholder 14">
            <a:extLst>
              <a:ext uri="{FF2B5EF4-FFF2-40B4-BE49-F238E27FC236}">
                <a16:creationId xmlns:a16="http://schemas.microsoft.com/office/drawing/2014/main" id="{D0AFF7FE-E069-4C57-9F9F-909B7FE43E92}"/>
              </a:ext>
            </a:extLst>
          </p:cNvPr>
          <p:cNvSpPr>
            <a:spLocks noGrp="1"/>
          </p:cNvSpPr>
          <p:nvPr>
            <p:ph type="body" sz="quarter" idx="22" hasCustomPrompt="1"/>
          </p:nvPr>
        </p:nvSpPr>
        <p:spPr>
          <a:xfrm>
            <a:off x="6672448" y="3651424"/>
            <a:ext cx="4172533" cy="2329657"/>
          </a:xfrm>
          <a:prstGeom prst="rect">
            <a:avLst/>
          </a:prstGeom>
        </p:spPr>
        <p:txBody>
          <a:bodyPr/>
          <a:lstStyle>
            <a:lvl1pPr marL="0" indent="0" algn="l">
              <a:lnSpc>
                <a:spcPct val="150000"/>
              </a:lnSpc>
              <a:spcBef>
                <a:spcPts val="0"/>
              </a:spcBef>
              <a:spcAft>
                <a:spcPts val="1200"/>
              </a:spcAft>
              <a:buClr>
                <a:schemeClr val="accent6"/>
              </a:buClr>
              <a:buFont typeface="Courier New" panose="02070309020205020404" pitchFamily="49" charset="0"/>
              <a:buNone/>
              <a:defRPr sz="1400" cap="none" spc="0" baseline="0">
                <a:solidFill>
                  <a:schemeClr val="bg1"/>
                </a:solidFill>
                <a:latin typeface="+mn-lt"/>
              </a:defRPr>
            </a:lvl1pPr>
          </a:lstStyle>
          <a:p>
            <a:pPr lvl="0"/>
            <a:r>
              <a:rPr lang="en-US"/>
              <a:t>Add text here</a:t>
            </a:r>
          </a:p>
        </p:txBody>
      </p:sp>
      <p:sp>
        <p:nvSpPr>
          <p:cNvPr id="21" name="Footer Placeholder 15">
            <a:extLst>
              <a:ext uri="{FF2B5EF4-FFF2-40B4-BE49-F238E27FC236}">
                <a16:creationId xmlns:a16="http://schemas.microsoft.com/office/drawing/2014/main" id="{95A4BAFB-A1C5-4E01-9E16-ED02AADB1FA5}"/>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a:t>PRESENTATION TITLE</a:t>
            </a:r>
          </a:p>
        </p:txBody>
      </p:sp>
      <p:sp>
        <p:nvSpPr>
          <p:cNvPr id="22" name="Slide Number Placeholder 16">
            <a:extLst>
              <a:ext uri="{FF2B5EF4-FFF2-40B4-BE49-F238E27FC236}">
                <a16:creationId xmlns:a16="http://schemas.microsoft.com/office/drawing/2014/main" id="{D2409207-E360-4301-9134-4DA109683DDC}"/>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a:p>
        </p:txBody>
      </p:sp>
      <p:sp>
        <p:nvSpPr>
          <p:cNvPr id="23" name="Date Placeholder 14">
            <a:extLst>
              <a:ext uri="{FF2B5EF4-FFF2-40B4-BE49-F238E27FC236}">
                <a16:creationId xmlns:a16="http://schemas.microsoft.com/office/drawing/2014/main" id="{F78AA50C-2DC6-46C5-B2CE-FB29A305F81D}"/>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a:t>May 21, 20xx</a:t>
            </a:r>
          </a:p>
        </p:txBody>
      </p:sp>
    </p:spTree>
    <p:extLst>
      <p:ext uri="{BB962C8B-B14F-4D97-AF65-F5344CB8AC3E}">
        <p14:creationId xmlns:p14="http://schemas.microsoft.com/office/powerpoint/2010/main" val="3272142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ur Competition v2">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9172C710-E0AE-4BB2-88CC-99E77C188CA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24C9529-8AA8-4D29-9375-C579768868A4}"/>
              </a:ext>
            </a:extLst>
          </p:cNvPr>
          <p:cNvSpPr>
            <a:spLocks noGrp="1"/>
          </p:cNvSpPr>
          <p:nvPr>
            <p:ph type="title" hasCustomPrompt="1"/>
          </p:nvPr>
        </p:nvSpPr>
        <p:spPr>
          <a:xfrm>
            <a:off x="614107" y="501519"/>
            <a:ext cx="10515600" cy="492025"/>
          </a:xfrm>
          <a:prstGeom prst="rect">
            <a:avLst/>
          </a:prstGeom>
        </p:spPr>
        <p:txBody>
          <a:bodyPr/>
          <a:lstStyle>
            <a:lvl1pPr>
              <a:defRPr sz="2800" cap="all" spc="400" baseline="0">
                <a:solidFill>
                  <a:schemeClr val="bg1"/>
                </a:solidFill>
              </a:defRPr>
            </a:lvl1pPr>
          </a:lstStyle>
          <a:p>
            <a:r>
              <a:rPr lang="en-US"/>
              <a:t>Click to add title</a:t>
            </a:r>
          </a:p>
        </p:txBody>
      </p:sp>
      <p:sp>
        <p:nvSpPr>
          <p:cNvPr id="32" name="Text Placeholder 14">
            <a:extLst>
              <a:ext uri="{FF2B5EF4-FFF2-40B4-BE49-F238E27FC236}">
                <a16:creationId xmlns:a16="http://schemas.microsoft.com/office/drawing/2014/main" id="{68E86424-D329-4314-90E5-3475B98D2DDA}"/>
              </a:ext>
            </a:extLst>
          </p:cNvPr>
          <p:cNvSpPr>
            <a:spLocks noGrp="1"/>
          </p:cNvSpPr>
          <p:nvPr>
            <p:ph type="body" sz="quarter" idx="15" hasCustomPrompt="1"/>
          </p:nvPr>
        </p:nvSpPr>
        <p:spPr>
          <a:xfrm>
            <a:off x="3927206" y="1599947"/>
            <a:ext cx="1706965" cy="492025"/>
          </a:xfrm>
          <a:prstGeom prst="rect">
            <a:avLst/>
          </a:prstGeom>
        </p:spPr>
        <p:txBody>
          <a:bodyPr anchor="ctr"/>
          <a:lstStyle>
            <a:lvl1pPr marL="0" indent="0" algn="ctr">
              <a:lnSpc>
                <a:spcPct val="100000"/>
              </a:lnSpc>
              <a:buNone/>
              <a:defRPr sz="1000" cap="all" spc="200" baseline="0">
                <a:solidFill>
                  <a:schemeClr val="accent6"/>
                </a:solidFill>
                <a:latin typeface="+mj-lt"/>
              </a:defRPr>
            </a:lvl1pPr>
          </a:lstStyle>
          <a:p>
            <a:pPr lvl="0"/>
            <a:r>
              <a:rPr lang="en-US"/>
              <a:t>Click to add name</a:t>
            </a:r>
          </a:p>
        </p:txBody>
      </p:sp>
      <p:sp>
        <p:nvSpPr>
          <p:cNvPr id="40" name="Text Placeholder 14">
            <a:extLst>
              <a:ext uri="{FF2B5EF4-FFF2-40B4-BE49-F238E27FC236}">
                <a16:creationId xmlns:a16="http://schemas.microsoft.com/office/drawing/2014/main" id="{64DB45FF-E618-4122-91A4-A6E4F2B7FCA0}"/>
              </a:ext>
            </a:extLst>
          </p:cNvPr>
          <p:cNvSpPr>
            <a:spLocks noGrp="1"/>
          </p:cNvSpPr>
          <p:nvPr>
            <p:ph type="body" sz="quarter" idx="20" hasCustomPrompt="1"/>
          </p:nvPr>
        </p:nvSpPr>
        <p:spPr>
          <a:xfrm>
            <a:off x="2423421" y="2378452"/>
            <a:ext cx="1183179" cy="492025"/>
          </a:xfrm>
          <a:prstGeom prst="rect">
            <a:avLst/>
          </a:prstGeom>
        </p:spPr>
        <p:txBody>
          <a:bodyPr anchor="ctr"/>
          <a:lstStyle>
            <a:lvl1pPr marL="0" indent="0" algn="ctr">
              <a:lnSpc>
                <a:spcPct val="100000"/>
              </a:lnSpc>
              <a:buNone/>
              <a:defRPr sz="1800" cap="all" spc="200" baseline="0">
                <a:solidFill>
                  <a:schemeClr val="accent3"/>
                </a:solidFill>
                <a:latin typeface="+mj-lt"/>
              </a:defRPr>
            </a:lvl1pPr>
          </a:lstStyle>
          <a:p>
            <a:pPr lvl="0"/>
            <a:r>
              <a:rPr lang="en-US"/>
              <a:t>Click to add name</a:t>
            </a:r>
          </a:p>
        </p:txBody>
      </p:sp>
      <p:sp>
        <p:nvSpPr>
          <p:cNvPr id="54" name="Text Placeholder 14">
            <a:extLst>
              <a:ext uri="{FF2B5EF4-FFF2-40B4-BE49-F238E27FC236}">
                <a16:creationId xmlns:a16="http://schemas.microsoft.com/office/drawing/2014/main" id="{9D03616C-C870-402E-9CD2-D61A8C881CE6}"/>
              </a:ext>
            </a:extLst>
          </p:cNvPr>
          <p:cNvSpPr>
            <a:spLocks noGrp="1"/>
          </p:cNvSpPr>
          <p:nvPr>
            <p:ph type="body" sz="quarter" idx="26" hasCustomPrompt="1"/>
          </p:nvPr>
        </p:nvSpPr>
        <p:spPr>
          <a:xfrm>
            <a:off x="5443586" y="2129182"/>
            <a:ext cx="1706965" cy="1048575"/>
          </a:xfrm>
          <a:prstGeom prst="rect">
            <a:avLst/>
          </a:prstGeom>
        </p:spPr>
        <p:txBody>
          <a:bodyPr anchor="ctr"/>
          <a:lstStyle>
            <a:lvl1pPr marL="0" indent="0" algn="ctr">
              <a:lnSpc>
                <a:spcPct val="100000"/>
              </a:lnSpc>
              <a:buNone/>
              <a:defRPr sz="1600" cap="all" spc="200" baseline="0">
                <a:solidFill>
                  <a:schemeClr val="bg1"/>
                </a:solidFill>
                <a:latin typeface="+mj-lt"/>
              </a:defRPr>
            </a:lvl1pPr>
          </a:lstStyle>
          <a:p>
            <a:pPr lvl="0"/>
            <a:r>
              <a:rPr lang="en-US"/>
              <a:t>Click to add name</a:t>
            </a:r>
          </a:p>
        </p:txBody>
      </p:sp>
      <p:sp>
        <p:nvSpPr>
          <p:cNvPr id="49" name="Text Placeholder 14">
            <a:extLst>
              <a:ext uri="{FF2B5EF4-FFF2-40B4-BE49-F238E27FC236}">
                <a16:creationId xmlns:a16="http://schemas.microsoft.com/office/drawing/2014/main" id="{1EFBBB7D-BA85-47E3-B62F-AA1F2F44FB51}"/>
              </a:ext>
            </a:extLst>
          </p:cNvPr>
          <p:cNvSpPr>
            <a:spLocks noGrp="1"/>
          </p:cNvSpPr>
          <p:nvPr>
            <p:ph type="body" sz="quarter" idx="25" hasCustomPrompt="1"/>
          </p:nvPr>
        </p:nvSpPr>
        <p:spPr>
          <a:xfrm>
            <a:off x="1234399" y="3528829"/>
            <a:ext cx="1209143" cy="492025"/>
          </a:xfrm>
          <a:prstGeom prst="rect">
            <a:avLst/>
          </a:prstGeom>
        </p:spPr>
        <p:txBody>
          <a:bodyPr anchor="ctr"/>
          <a:lstStyle>
            <a:lvl1pPr marL="0" indent="0" algn="ctr">
              <a:lnSpc>
                <a:spcPct val="100000"/>
              </a:lnSpc>
              <a:buNone/>
              <a:defRPr sz="1000" cap="all" spc="200" baseline="0">
                <a:solidFill>
                  <a:schemeClr val="accent6"/>
                </a:solidFill>
                <a:latin typeface="+mj-lt"/>
              </a:defRPr>
            </a:lvl1pPr>
          </a:lstStyle>
          <a:p>
            <a:pPr lvl="0"/>
            <a:r>
              <a:rPr lang="en-US"/>
              <a:t>Click to add name</a:t>
            </a:r>
          </a:p>
        </p:txBody>
      </p:sp>
      <p:sp>
        <p:nvSpPr>
          <p:cNvPr id="38" name="Text Placeholder 14">
            <a:extLst>
              <a:ext uri="{FF2B5EF4-FFF2-40B4-BE49-F238E27FC236}">
                <a16:creationId xmlns:a16="http://schemas.microsoft.com/office/drawing/2014/main" id="{956FCC53-780F-4831-91B6-1F8A24502CB9}"/>
              </a:ext>
            </a:extLst>
          </p:cNvPr>
          <p:cNvSpPr>
            <a:spLocks noGrp="1"/>
          </p:cNvSpPr>
          <p:nvPr>
            <p:ph type="body" sz="quarter" idx="19" hasCustomPrompt="1"/>
          </p:nvPr>
        </p:nvSpPr>
        <p:spPr>
          <a:xfrm>
            <a:off x="7131018" y="3528829"/>
            <a:ext cx="1380681" cy="492025"/>
          </a:xfrm>
          <a:prstGeom prst="rect">
            <a:avLst/>
          </a:prstGeom>
        </p:spPr>
        <p:txBody>
          <a:bodyPr anchor="ctr"/>
          <a:lstStyle>
            <a:lvl1pPr marL="0" indent="0" algn="ctr">
              <a:lnSpc>
                <a:spcPct val="100000"/>
              </a:lnSpc>
              <a:buNone/>
              <a:defRPr sz="1000" cap="all" spc="200" baseline="0">
                <a:solidFill>
                  <a:schemeClr val="accent6"/>
                </a:solidFill>
                <a:latin typeface="+mj-lt"/>
              </a:defRPr>
            </a:lvl1pPr>
          </a:lstStyle>
          <a:p>
            <a:pPr lvl="0"/>
            <a:r>
              <a:rPr lang="en-US"/>
              <a:t>Click to add name</a:t>
            </a:r>
          </a:p>
        </p:txBody>
      </p:sp>
      <p:sp>
        <p:nvSpPr>
          <p:cNvPr id="44" name="Text Placeholder 14">
            <a:extLst>
              <a:ext uri="{FF2B5EF4-FFF2-40B4-BE49-F238E27FC236}">
                <a16:creationId xmlns:a16="http://schemas.microsoft.com/office/drawing/2014/main" id="{5A939BCA-4047-481F-B0C2-85F9AFDDFAFF}"/>
              </a:ext>
            </a:extLst>
          </p:cNvPr>
          <p:cNvSpPr>
            <a:spLocks noGrp="1"/>
          </p:cNvSpPr>
          <p:nvPr>
            <p:ph type="body" sz="quarter" idx="22" hasCustomPrompt="1"/>
          </p:nvPr>
        </p:nvSpPr>
        <p:spPr>
          <a:xfrm>
            <a:off x="1322436" y="4634331"/>
            <a:ext cx="1183179" cy="492025"/>
          </a:xfrm>
          <a:prstGeom prst="rect">
            <a:avLst/>
          </a:prstGeom>
        </p:spPr>
        <p:txBody>
          <a:bodyPr anchor="ctr"/>
          <a:lstStyle>
            <a:lvl1pPr marL="0" indent="0" algn="ctr">
              <a:lnSpc>
                <a:spcPct val="100000"/>
              </a:lnSpc>
              <a:buNone/>
              <a:defRPr sz="1800" cap="all" spc="200" baseline="0">
                <a:solidFill>
                  <a:schemeClr val="accent1">
                    <a:lumMod val="50000"/>
                    <a:lumOff val="50000"/>
                  </a:schemeClr>
                </a:solidFill>
                <a:latin typeface="+mj-lt"/>
              </a:defRPr>
            </a:lvl1pPr>
          </a:lstStyle>
          <a:p>
            <a:pPr lvl="0"/>
            <a:r>
              <a:rPr lang="en-US"/>
              <a:t>Click to add name</a:t>
            </a:r>
          </a:p>
        </p:txBody>
      </p:sp>
      <p:sp>
        <p:nvSpPr>
          <p:cNvPr id="42" name="Text Placeholder 14">
            <a:extLst>
              <a:ext uri="{FF2B5EF4-FFF2-40B4-BE49-F238E27FC236}">
                <a16:creationId xmlns:a16="http://schemas.microsoft.com/office/drawing/2014/main" id="{EEACD572-F95D-4ABE-9CC6-03D3CAF89EBF}"/>
              </a:ext>
            </a:extLst>
          </p:cNvPr>
          <p:cNvSpPr>
            <a:spLocks noGrp="1"/>
          </p:cNvSpPr>
          <p:nvPr>
            <p:ph type="body" sz="quarter" idx="21" hasCustomPrompt="1"/>
          </p:nvPr>
        </p:nvSpPr>
        <p:spPr>
          <a:xfrm>
            <a:off x="2859913" y="4459860"/>
            <a:ext cx="1183179" cy="492025"/>
          </a:xfrm>
          <a:prstGeom prst="rect">
            <a:avLst/>
          </a:prstGeom>
        </p:spPr>
        <p:txBody>
          <a:bodyPr anchor="ctr"/>
          <a:lstStyle>
            <a:lvl1pPr marL="0" indent="0" algn="ctr">
              <a:lnSpc>
                <a:spcPct val="100000"/>
              </a:lnSpc>
              <a:buNone/>
              <a:defRPr sz="1800" cap="all" spc="200" baseline="0">
                <a:solidFill>
                  <a:schemeClr val="accent5"/>
                </a:solidFill>
                <a:latin typeface="+mj-lt"/>
              </a:defRPr>
            </a:lvl1pPr>
          </a:lstStyle>
          <a:p>
            <a:pPr lvl="0"/>
            <a:r>
              <a:rPr lang="en-US"/>
              <a:t>Click to add name</a:t>
            </a:r>
          </a:p>
        </p:txBody>
      </p:sp>
      <p:sp>
        <p:nvSpPr>
          <p:cNvPr id="46" name="Text Placeholder 14">
            <a:extLst>
              <a:ext uri="{FF2B5EF4-FFF2-40B4-BE49-F238E27FC236}">
                <a16:creationId xmlns:a16="http://schemas.microsoft.com/office/drawing/2014/main" id="{F21A51C9-DB80-45BF-8C5D-A0236927289E}"/>
              </a:ext>
            </a:extLst>
          </p:cNvPr>
          <p:cNvSpPr>
            <a:spLocks noGrp="1"/>
          </p:cNvSpPr>
          <p:nvPr>
            <p:ph type="body" sz="quarter" idx="23" hasCustomPrompt="1"/>
          </p:nvPr>
        </p:nvSpPr>
        <p:spPr>
          <a:xfrm>
            <a:off x="5237403" y="4321788"/>
            <a:ext cx="1183179" cy="492025"/>
          </a:xfrm>
          <a:prstGeom prst="rect">
            <a:avLst/>
          </a:prstGeom>
        </p:spPr>
        <p:txBody>
          <a:bodyPr anchor="ctr"/>
          <a:lstStyle>
            <a:lvl1pPr marL="0" indent="0" algn="ctr">
              <a:lnSpc>
                <a:spcPct val="100000"/>
              </a:lnSpc>
              <a:buNone/>
              <a:defRPr sz="1800" cap="all" spc="200" baseline="0">
                <a:solidFill>
                  <a:schemeClr val="accent6">
                    <a:lumMod val="75000"/>
                  </a:schemeClr>
                </a:solidFill>
                <a:latin typeface="+mj-lt"/>
              </a:defRPr>
            </a:lvl1pPr>
          </a:lstStyle>
          <a:p>
            <a:pPr lvl="0"/>
            <a:r>
              <a:rPr lang="en-US"/>
              <a:t>Click to add name</a:t>
            </a:r>
          </a:p>
        </p:txBody>
      </p:sp>
      <p:sp>
        <p:nvSpPr>
          <p:cNvPr id="34" name="Text Placeholder 14">
            <a:extLst>
              <a:ext uri="{FF2B5EF4-FFF2-40B4-BE49-F238E27FC236}">
                <a16:creationId xmlns:a16="http://schemas.microsoft.com/office/drawing/2014/main" id="{AAF01185-D17F-4327-A264-7BA944344077}"/>
              </a:ext>
            </a:extLst>
          </p:cNvPr>
          <p:cNvSpPr>
            <a:spLocks noGrp="1"/>
          </p:cNvSpPr>
          <p:nvPr>
            <p:ph type="body" sz="quarter" idx="17" hasCustomPrompt="1"/>
          </p:nvPr>
        </p:nvSpPr>
        <p:spPr>
          <a:xfrm>
            <a:off x="3927206" y="5468790"/>
            <a:ext cx="1706965" cy="492025"/>
          </a:xfrm>
          <a:prstGeom prst="rect">
            <a:avLst/>
          </a:prstGeom>
        </p:spPr>
        <p:txBody>
          <a:bodyPr anchor="ctr"/>
          <a:lstStyle>
            <a:lvl1pPr marL="0" indent="0" algn="ctr">
              <a:lnSpc>
                <a:spcPct val="100000"/>
              </a:lnSpc>
              <a:buNone/>
              <a:defRPr sz="1000" cap="all" spc="200" baseline="0">
                <a:solidFill>
                  <a:schemeClr val="accent6"/>
                </a:solidFill>
                <a:latin typeface="+mj-lt"/>
              </a:defRPr>
            </a:lvl1pPr>
          </a:lstStyle>
          <a:p>
            <a:pPr lvl="0"/>
            <a:r>
              <a:rPr lang="en-US"/>
              <a:t>Click to add name</a:t>
            </a:r>
          </a:p>
        </p:txBody>
      </p:sp>
      <p:sp>
        <p:nvSpPr>
          <p:cNvPr id="48" name="Text Placeholder 14">
            <a:extLst>
              <a:ext uri="{FF2B5EF4-FFF2-40B4-BE49-F238E27FC236}">
                <a16:creationId xmlns:a16="http://schemas.microsoft.com/office/drawing/2014/main" id="{0F026DA0-6868-4098-AA73-18F8CB275090}"/>
              </a:ext>
            </a:extLst>
          </p:cNvPr>
          <p:cNvSpPr>
            <a:spLocks noGrp="1"/>
          </p:cNvSpPr>
          <p:nvPr>
            <p:ph type="body" sz="quarter" idx="24" hasCustomPrompt="1"/>
          </p:nvPr>
        </p:nvSpPr>
        <p:spPr>
          <a:xfrm>
            <a:off x="6486546" y="5195673"/>
            <a:ext cx="1183179" cy="492025"/>
          </a:xfrm>
          <a:prstGeom prst="rect">
            <a:avLst/>
          </a:prstGeom>
        </p:spPr>
        <p:txBody>
          <a:bodyPr anchor="ctr"/>
          <a:lstStyle>
            <a:lvl1pPr marL="0" indent="0" algn="ctr">
              <a:lnSpc>
                <a:spcPct val="100000"/>
              </a:lnSpc>
              <a:buNone/>
              <a:defRPr sz="1800" cap="all" spc="200" baseline="0">
                <a:solidFill>
                  <a:schemeClr val="bg1">
                    <a:lumMod val="75000"/>
                  </a:schemeClr>
                </a:solidFill>
                <a:latin typeface="+mj-lt"/>
              </a:defRPr>
            </a:lvl1pPr>
          </a:lstStyle>
          <a:p>
            <a:pPr lvl="0"/>
            <a:r>
              <a:rPr lang="en-US"/>
              <a:t>Click to add name</a:t>
            </a:r>
          </a:p>
        </p:txBody>
      </p:sp>
      <p:cxnSp>
        <p:nvCxnSpPr>
          <p:cNvPr id="17" name="Straight Connector 16">
            <a:extLst>
              <a:ext uri="{FF2B5EF4-FFF2-40B4-BE49-F238E27FC236}">
                <a16:creationId xmlns:a16="http://schemas.microsoft.com/office/drawing/2014/main" id="{C6886378-0368-485F-8D6E-3C9CB4C63C1F}"/>
              </a:ext>
              <a:ext uri="{C183D7F6-B498-43B3-948B-1728B52AA6E4}">
                <adec:decorative xmlns:adec="http://schemas.microsoft.com/office/drawing/2017/decorative" val="1"/>
              </a:ext>
            </a:extLst>
          </p:cNvPr>
          <p:cNvCxnSpPr>
            <a:cxnSpLocks/>
          </p:cNvCxnSpPr>
          <p:nvPr userDrawn="1"/>
        </p:nvCxnSpPr>
        <p:spPr>
          <a:xfrm>
            <a:off x="2447369" y="3774842"/>
            <a:ext cx="4683649"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58EB2C4E-9EF3-4CC7-9BDE-ED5598CCBF65}"/>
              </a:ext>
              <a:ext uri="{C183D7F6-B498-43B3-948B-1728B52AA6E4}">
                <adec:decorative xmlns:adec="http://schemas.microsoft.com/office/drawing/2017/decorative" val="1"/>
              </a:ext>
            </a:extLst>
          </p:cNvPr>
          <p:cNvCxnSpPr>
            <a:cxnSpLocks/>
          </p:cNvCxnSpPr>
          <p:nvPr userDrawn="1"/>
        </p:nvCxnSpPr>
        <p:spPr>
          <a:xfrm flipV="1">
            <a:off x="4780689" y="2091972"/>
            <a:ext cx="4678" cy="3376818"/>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1" name="Footer Placeholder 15">
            <a:extLst>
              <a:ext uri="{FF2B5EF4-FFF2-40B4-BE49-F238E27FC236}">
                <a16:creationId xmlns:a16="http://schemas.microsoft.com/office/drawing/2014/main" id="{95A4BAFB-A1C5-4E01-9E16-ED02AADB1FA5}"/>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effectLst>
                  <a:outerShdw blurRad="38100" dist="38100" dir="2700000" algn="tl">
                    <a:srgbClr val="000000">
                      <a:alpha val="43137"/>
                    </a:srgbClr>
                  </a:outerShdw>
                </a:effectLst>
                <a:latin typeface="+mj-lt"/>
              </a:defRPr>
            </a:lvl1pPr>
          </a:lstStyle>
          <a:p>
            <a:r>
              <a:rPr lang="en-US"/>
              <a:t>PRESENTATION TITLE</a:t>
            </a:r>
          </a:p>
        </p:txBody>
      </p:sp>
      <p:sp>
        <p:nvSpPr>
          <p:cNvPr id="22" name="Slide Number Placeholder 16">
            <a:extLst>
              <a:ext uri="{FF2B5EF4-FFF2-40B4-BE49-F238E27FC236}">
                <a16:creationId xmlns:a16="http://schemas.microsoft.com/office/drawing/2014/main" id="{D2409207-E360-4301-9134-4DA109683DDC}"/>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1"/>
                </a:solidFill>
                <a:effectLst>
                  <a:outerShdw blurRad="38100" dist="38100" dir="2700000" algn="tl">
                    <a:srgbClr val="000000">
                      <a:alpha val="43137"/>
                    </a:srgbClr>
                  </a:outerShdw>
                </a:effectLst>
                <a:latin typeface="+mn-lt"/>
              </a:defRPr>
            </a:lvl1pPr>
          </a:lstStyle>
          <a:p>
            <a:pPr>
              <a:defRPr/>
            </a:pPr>
            <a:fld id="{8D1FC6F8-0BCD-47E9-9C64-690771D9C143}" type="slidenum">
              <a:rPr lang="en-US" smtClean="0"/>
              <a:pPr>
                <a:defRPr/>
              </a:pPr>
              <a:t>‹#›</a:t>
            </a:fld>
            <a:endParaRPr lang="en-US"/>
          </a:p>
        </p:txBody>
      </p:sp>
      <p:sp>
        <p:nvSpPr>
          <p:cNvPr id="23" name="Date Placeholder 14">
            <a:extLst>
              <a:ext uri="{FF2B5EF4-FFF2-40B4-BE49-F238E27FC236}">
                <a16:creationId xmlns:a16="http://schemas.microsoft.com/office/drawing/2014/main" id="{F78AA50C-2DC6-46C5-B2CE-FB29A305F81D}"/>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effectLst>
                  <a:outerShdw blurRad="38100" dist="38100" dir="2700000" algn="tl">
                    <a:srgbClr val="000000">
                      <a:alpha val="43137"/>
                    </a:srgbClr>
                  </a:outerShdw>
                </a:effectLst>
                <a:latin typeface="+mj-lt"/>
              </a:defRPr>
            </a:lvl1pPr>
          </a:lstStyle>
          <a:p>
            <a:pPr>
              <a:defRPr/>
            </a:pPr>
            <a:r>
              <a:rPr lang="en-US" cap="all"/>
              <a:t>May 21, 20xx</a:t>
            </a:r>
          </a:p>
        </p:txBody>
      </p:sp>
    </p:spTree>
    <p:extLst>
      <p:ext uri="{BB962C8B-B14F-4D97-AF65-F5344CB8AC3E}">
        <p14:creationId xmlns:p14="http://schemas.microsoft.com/office/powerpoint/2010/main" val="27945453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rowth Strategy">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FEDCC43F-6D79-4D9A-A842-74287B40D33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0" y="3371"/>
            <a:ext cx="12192000" cy="6858000"/>
          </a:xfrm>
          <a:prstGeom prst="rect">
            <a:avLst/>
          </a:prstGeom>
        </p:spPr>
      </p:pic>
      <p:sp>
        <p:nvSpPr>
          <p:cNvPr id="3" name="Title 2">
            <a:extLst>
              <a:ext uri="{FF2B5EF4-FFF2-40B4-BE49-F238E27FC236}">
                <a16:creationId xmlns:a16="http://schemas.microsoft.com/office/drawing/2014/main" id="{A8255D77-6260-4F8F-86E3-D0AAF36FA403}"/>
              </a:ext>
            </a:extLst>
          </p:cNvPr>
          <p:cNvSpPr>
            <a:spLocks noGrp="1"/>
          </p:cNvSpPr>
          <p:nvPr>
            <p:ph type="title" hasCustomPrompt="1"/>
          </p:nvPr>
        </p:nvSpPr>
        <p:spPr>
          <a:xfrm>
            <a:off x="3294345" y="1158710"/>
            <a:ext cx="5611660" cy="677782"/>
          </a:xfrm>
          <a:prstGeom prst="rect">
            <a:avLst/>
          </a:prstGeom>
        </p:spPr>
        <p:txBody>
          <a:bodyPr anchor="b"/>
          <a:lstStyle>
            <a:lvl1pPr algn="ctr">
              <a:defRPr sz="2800" cap="all" spc="400" baseline="0">
                <a:solidFill>
                  <a:schemeClr val="bg1"/>
                </a:solidFill>
              </a:defRPr>
            </a:lvl1pPr>
          </a:lstStyle>
          <a:p>
            <a:r>
              <a:rPr lang="en-US"/>
              <a:t>Click to add title</a:t>
            </a:r>
          </a:p>
        </p:txBody>
      </p:sp>
      <p:sp>
        <p:nvSpPr>
          <p:cNvPr id="8" name="Text Placeholder 14">
            <a:extLst>
              <a:ext uri="{FF2B5EF4-FFF2-40B4-BE49-F238E27FC236}">
                <a16:creationId xmlns:a16="http://schemas.microsoft.com/office/drawing/2014/main" id="{5C91A828-665B-4FC2-950E-370DF47348CE}"/>
              </a:ext>
            </a:extLst>
          </p:cNvPr>
          <p:cNvSpPr>
            <a:spLocks noGrp="1"/>
          </p:cNvSpPr>
          <p:nvPr>
            <p:ph type="body" sz="quarter" idx="19" hasCustomPrompt="1"/>
          </p:nvPr>
        </p:nvSpPr>
        <p:spPr>
          <a:xfrm>
            <a:off x="3519730" y="1836492"/>
            <a:ext cx="5152539" cy="718457"/>
          </a:xfrm>
          <a:prstGeom prst="rect">
            <a:avLst/>
          </a:prstGeom>
        </p:spPr>
        <p:txBody>
          <a:bodyPr/>
          <a:lstStyle>
            <a:lvl1pPr marL="0" indent="0" algn="ctr">
              <a:buNone/>
              <a:defRPr sz="1800" cap="none" spc="200" baseline="0">
                <a:solidFill>
                  <a:schemeClr val="bg1"/>
                </a:solidFill>
                <a:latin typeface="+mn-lt"/>
              </a:defRPr>
            </a:lvl1pPr>
          </a:lstStyle>
          <a:p>
            <a:pPr lvl="0"/>
            <a:r>
              <a:rPr lang="en-US"/>
              <a:t>Add subtitle</a:t>
            </a:r>
          </a:p>
        </p:txBody>
      </p:sp>
      <p:sp>
        <p:nvSpPr>
          <p:cNvPr id="10" name="Text Placeholder 14">
            <a:extLst>
              <a:ext uri="{FF2B5EF4-FFF2-40B4-BE49-F238E27FC236}">
                <a16:creationId xmlns:a16="http://schemas.microsoft.com/office/drawing/2014/main" id="{0BE18AA7-27E7-4763-A428-079E43A450DA}"/>
              </a:ext>
            </a:extLst>
          </p:cNvPr>
          <p:cNvSpPr>
            <a:spLocks noGrp="1"/>
          </p:cNvSpPr>
          <p:nvPr>
            <p:ph type="body" sz="quarter" idx="26" hasCustomPrompt="1"/>
          </p:nvPr>
        </p:nvSpPr>
        <p:spPr>
          <a:xfrm>
            <a:off x="1833290" y="3262556"/>
            <a:ext cx="1706965" cy="1048575"/>
          </a:xfrm>
          <a:prstGeom prst="rect">
            <a:avLst/>
          </a:prstGeom>
        </p:spPr>
        <p:txBody>
          <a:bodyPr anchor="ctr"/>
          <a:lstStyle>
            <a:lvl1pPr marL="0" indent="0" algn="ctr">
              <a:lnSpc>
                <a:spcPct val="100000"/>
              </a:lnSpc>
              <a:buNone/>
              <a:defRPr sz="1600" cap="all" spc="200" baseline="0">
                <a:solidFill>
                  <a:schemeClr val="accent6"/>
                </a:solidFill>
                <a:latin typeface="+mj-lt"/>
              </a:defRPr>
            </a:lvl1pPr>
          </a:lstStyle>
          <a:p>
            <a:pPr lvl="0"/>
            <a:r>
              <a:rPr lang="en-US"/>
              <a:t>Click to add name</a:t>
            </a:r>
          </a:p>
        </p:txBody>
      </p:sp>
      <p:sp>
        <p:nvSpPr>
          <p:cNvPr id="17" name="Text Placeholder 14">
            <a:extLst>
              <a:ext uri="{FF2B5EF4-FFF2-40B4-BE49-F238E27FC236}">
                <a16:creationId xmlns:a16="http://schemas.microsoft.com/office/drawing/2014/main" id="{6ED488B3-3B38-4DE8-8789-E9C406DB6525}"/>
              </a:ext>
            </a:extLst>
          </p:cNvPr>
          <p:cNvSpPr>
            <a:spLocks noGrp="1"/>
          </p:cNvSpPr>
          <p:nvPr>
            <p:ph type="body" sz="quarter" idx="27" hasCustomPrompt="1"/>
          </p:nvPr>
        </p:nvSpPr>
        <p:spPr>
          <a:xfrm>
            <a:off x="5053332" y="3262556"/>
            <a:ext cx="1706965" cy="1048575"/>
          </a:xfrm>
          <a:prstGeom prst="rect">
            <a:avLst/>
          </a:prstGeom>
        </p:spPr>
        <p:txBody>
          <a:bodyPr anchor="ctr"/>
          <a:lstStyle>
            <a:lvl1pPr marL="0" indent="0" algn="ctr">
              <a:lnSpc>
                <a:spcPct val="100000"/>
              </a:lnSpc>
              <a:buNone/>
              <a:defRPr sz="1600" cap="all" spc="200" baseline="0">
                <a:solidFill>
                  <a:schemeClr val="accent6"/>
                </a:solidFill>
                <a:latin typeface="+mj-lt"/>
              </a:defRPr>
            </a:lvl1pPr>
          </a:lstStyle>
          <a:p>
            <a:pPr lvl="0"/>
            <a:r>
              <a:rPr lang="en-US"/>
              <a:t>Click to add name</a:t>
            </a:r>
          </a:p>
        </p:txBody>
      </p:sp>
      <p:sp>
        <p:nvSpPr>
          <p:cNvPr id="19" name="Text Placeholder 14">
            <a:extLst>
              <a:ext uri="{FF2B5EF4-FFF2-40B4-BE49-F238E27FC236}">
                <a16:creationId xmlns:a16="http://schemas.microsoft.com/office/drawing/2014/main" id="{5717E8AA-E5DC-43D1-BED9-1A8F554EB61F}"/>
              </a:ext>
            </a:extLst>
          </p:cNvPr>
          <p:cNvSpPr>
            <a:spLocks noGrp="1"/>
          </p:cNvSpPr>
          <p:nvPr>
            <p:ph type="body" sz="quarter" idx="28" hasCustomPrompt="1"/>
          </p:nvPr>
        </p:nvSpPr>
        <p:spPr>
          <a:xfrm>
            <a:off x="8197008" y="3262556"/>
            <a:ext cx="1706965" cy="1048575"/>
          </a:xfrm>
          <a:prstGeom prst="rect">
            <a:avLst/>
          </a:prstGeom>
        </p:spPr>
        <p:txBody>
          <a:bodyPr anchor="ctr"/>
          <a:lstStyle>
            <a:lvl1pPr marL="0" indent="0" algn="ctr">
              <a:lnSpc>
                <a:spcPct val="100000"/>
              </a:lnSpc>
              <a:buNone/>
              <a:defRPr sz="1600" cap="all" spc="200" baseline="0">
                <a:solidFill>
                  <a:schemeClr val="accent6"/>
                </a:solidFill>
                <a:latin typeface="+mj-lt"/>
              </a:defRPr>
            </a:lvl1pPr>
          </a:lstStyle>
          <a:p>
            <a:pPr lvl="0"/>
            <a:r>
              <a:rPr lang="en-US"/>
              <a:t>Click to add name</a:t>
            </a:r>
          </a:p>
        </p:txBody>
      </p:sp>
      <p:sp>
        <p:nvSpPr>
          <p:cNvPr id="20" name="Text Placeholder 14">
            <a:extLst>
              <a:ext uri="{FF2B5EF4-FFF2-40B4-BE49-F238E27FC236}">
                <a16:creationId xmlns:a16="http://schemas.microsoft.com/office/drawing/2014/main" id="{83A9D178-AD0E-4E87-97B3-88B79A533B1B}"/>
              </a:ext>
            </a:extLst>
          </p:cNvPr>
          <p:cNvSpPr>
            <a:spLocks noGrp="1"/>
          </p:cNvSpPr>
          <p:nvPr>
            <p:ph type="body" sz="quarter" idx="13" hasCustomPrompt="1"/>
          </p:nvPr>
        </p:nvSpPr>
        <p:spPr>
          <a:xfrm>
            <a:off x="1462028" y="4704557"/>
            <a:ext cx="2431015" cy="1148945"/>
          </a:xfrm>
          <a:prstGeom prst="rect">
            <a:avLst/>
          </a:prstGeom>
        </p:spPr>
        <p:txBody>
          <a:bodyPr/>
          <a:lstStyle>
            <a:lvl1pPr marL="0" indent="0" algn="ctr">
              <a:lnSpc>
                <a:spcPct val="125000"/>
              </a:lnSpc>
              <a:spcBef>
                <a:spcPts val="0"/>
              </a:spcBef>
              <a:buNone/>
              <a:defRPr sz="1400" cap="none" spc="0" baseline="0">
                <a:solidFill>
                  <a:schemeClr val="bg1"/>
                </a:solidFill>
                <a:latin typeface="+mn-lt"/>
              </a:defRPr>
            </a:lvl1pPr>
          </a:lstStyle>
          <a:p>
            <a:pPr lvl="0"/>
            <a:r>
              <a:rPr lang="en-US"/>
              <a:t>Click to add text</a:t>
            </a:r>
          </a:p>
        </p:txBody>
      </p:sp>
      <p:sp>
        <p:nvSpPr>
          <p:cNvPr id="21" name="Text Placeholder 14">
            <a:extLst>
              <a:ext uri="{FF2B5EF4-FFF2-40B4-BE49-F238E27FC236}">
                <a16:creationId xmlns:a16="http://schemas.microsoft.com/office/drawing/2014/main" id="{BF8B39EE-8EB7-4880-A9FE-9F98D23984F3}"/>
              </a:ext>
            </a:extLst>
          </p:cNvPr>
          <p:cNvSpPr>
            <a:spLocks noGrp="1"/>
          </p:cNvSpPr>
          <p:nvPr>
            <p:ph type="body" sz="quarter" idx="29" hasCustomPrompt="1"/>
          </p:nvPr>
        </p:nvSpPr>
        <p:spPr>
          <a:xfrm>
            <a:off x="4691306" y="4704558"/>
            <a:ext cx="2431015" cy="1148945"/>
          </a:xfrm>
          <a:prstGeom prst="rect">
            <a:avLst/>
          </a:prstGeom>
        </p:spPr>
        <p:txBody>
          <a:bodyPr/>
          <a:lstStyle>
            <a:lvl1pPr marL="0" indent="0" algn="ctr">
              <a:lnSpc>
                <a:spcPct val="125000"/>
              </a:lnSpc>
              <a:spcBef>
                <a:spcPts val="0"/>
              </a:spcBef>
              <a:buNone/>
              <a:defRPr sz="1400" cap="none" spc="0" baseline="0">
                <a:solidFill>
                  <a:schemeClr val="bg1"/>
                </a:solidFill>
                <a:latin typeface="+mn-lt"/>
              </a:defRPr>
            </a:lvl1pPr>
          </a:lstStyle>
          <a:p>
            <a:pPr lvl="0"/>
            <a:r>
              <a:rPr lang="en-US"/>
              <a:t>Click to add text</a:t>
            </a:r>
          </a:p>
        </p:txBody>
      </p:sp>
      <p:sp>
        <p:nvSpPr>
          <p:cNvPr id="22" name="Text Placeholder 14">
            <a:extLst>
              <a:ext uri="{FF2B5EF4-FFF2-40B4-BE49-F238E27FC236}">
                <a16:creationId xmlns:a16="http://schemas.microsoft.com/office/drawing/2014/main" id="{C74686F1-FD3B-4529-9DBC-C6E34312C5CF}"/>
              </a:ext>
            </a:extLst>
          </p:cNvPr>
          <p:cNvSpPr>
            <a:spLocks noGrp="1"/>
          </p:cNvSpPr>
          <p:nvPr>
            <p:ph type="body" sz="quarter" idx="30" hasCustomPrompt="1"/>
          </p:nvPr>
        </p:nvSpPr>
        <p:spPr>
          <a:xfrm>
            <a:off x="7834982" y="4704557"/>
            <a:ext cx="2431015" cy="1148945"/>
          </a:xfrm>
          <a:prstGeom prst="rect">
            <a:avLst/>
          </a:prstGeom>
        </p:spPr>
        <p:txBody>
          <a:bodyPr/>
          <a:lstStyle>
            <a:lvl1pPr marL="0" indent="0" algn="ctr">
              <a:lnSpc>
                <a:spcPct val="125000"/>
              </a:lnSpc>
              <a:spcBef>
                <a:spcPts val="0"/>
              </a:spcBef>
              <a:buNone/>
              <a:defRPr sz="1400" cap="none" spc="0" baseline="0">
                <a:solidFill>
                  <a:schemeClr val="bg1"/>
                </a:solidFill>
                <a:latin typeface="+mn-lt"/>
              </a:defRPr>
            </a:lvl1pPr>
          </a:lstStyle>
          <a:p>
            <a:pPr lvl="0"/>
            <a:r>
              <a:rPr lang="en-US"/>
              <a:t>Click to add text</a:t>
            </a:r>
          </a:p>
        </p:txBody>
      </p:sp>
      <p:sp>
        <p:nvSpPr>
          <p:cNvPr id="12" name="Footer Placeholder 15">
            <a:extLst>
              <a:ext uri="{FF2B5EF4-FFF2-40B4-BE49-F238E27FC236}">
                <a16:creationId xmlns:a16="http://schemas.microsoft.com/office/drawing/2014/main" id="{0A8B5FF2-6B96-4FE7-A6ED-0C89D74FAD0E}"/>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a:t>PRESENTATION TITLE</a:t>
            </a:r>
          </a:p>
        </p:txBody>
      </p:sp>
      <p:sp>
        <p:nvSpPr>
          <p:cNvPr id="13" name="Slide Number Placeholder 16">
            <a:extLst>
              <a:ext uri="{FF2B5EF4-FFF2-40B4-BE49-F238E27FC236}">
                <a16:creationId xmlns:a16="http://schemas.microsoft.com/office/drawing/2014/main" id="{B8BB57A8-7823-42A3-BA84-96690BFFDC36}"/>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a:p>
        </p:txBody>
      </p:sp>
      <p:sp>
        <p:nvSpPr>
          <p:cNvPr id="14" name="Date Placeholder 14">
            <a:extLst>
              <a:ext uri="{FF2B5EF4-FFF2-40B4-BE49-F238E27FC236}">
                <a16:creationId xmlns:a16="http://schemas.microsoft.com/office/drawing/2014/main" id="{902A41BF-FE61-48B9-A0B1-94AAB15381BA}"/>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a:t>May 21, 20xx</a:t>
            </a:r>
          </a:p>
        </p:txBody>
      </p:sp>
    </p:spTree>
    <p:extLst>
      <p:ext uri="{BB962C8B-B14F-4D97-AF65-F5344CB8AC3E}">
        <p14:creationId xmlns:p14="http://schemas.microsoft.com/office/powerpoint/2010/main" val="8587067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raction">
    <p:spTree>
      <p:nvGrpSpPr>
        <p:cNvPr id="1" name=""/>
        <p:cNvGrpSpPr/>
        <p:nvPr/>
      </p:nvGrpSpPr>
      <p:grpSpPr>
        <a:xfrm>
          <a:off x="0" y="0"/>
          <a:ext cx="0" cy="0"/>
          <a:chOff x="0" y="0"/>
          <a:chExt cx="0" cy="0"/>
        </a:xfrm>
      </p:grpSpPr>
      <p:pic>
        <p:nvPicPr>
          <p:cNvPr id="36" name="Graphic 35">
            <a:extLst>
              <a:ext uri="{FF2B5EF4-FFF2-40B4-BE49-F238E27FC236}">
                <a16:creationId xmlns:a16="http://schemas.microsoft.com/office/drawing/2014/main" id="{41C2529C-151F-488B-A358-D60A3D5521D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0" y="3371"/>
            <a:ext cx="12192000" cy="6858000"/>
          </a:xfrm>
          <a:prstGeom prst="rect">
            <a:avLst/>
          </a:prstGeom>
        </p:spPr>
      </p:pic>
      <p:sp>
        <p:nvSpPr>
          <p:cNvPr id="2" name="Title 1">
            <a:extLst>
              <a:ext uri="{FF2B5EF4-FFF2-40B4-BE49-F238E27FC236}">
                <a16:creationId xmlns:a16="http://schemas.microsoft.com/office/drawing/2014/main" id="{53E2EB21-CF4E-4578-820A-EACF488B1712}"/>
              </a:ext>
            </a:extLst>
          </p:cNvPr>
          <p:cNvSpPr>
            <a:spLocks noGrp="1"/>
          </p:cNvSpPr>
          <p:nvPr>
            <p:ph type="title" hasCustomPrompt="1"/>
          </p:nvPr>
        </p:nvSpPr>
        <p:spPr>
          <a:xfrm>
            <a:off x="3356975" y="1144939"/>
            <a:ext cx="5473874" cy="687833"/>
          </a:xfrm>
          <a:prstGeom prst="rect">
            <a:avLst/>
          </a:prstGeom>
        </p:spPr>
        <p:txBody>
          <a:bodyPr anchor="b"/>
          <a:lstStyle>
            <a:lvl1pPr algn="ctr">
              <a:defRPr sz="2800" cap="all" spc="400" baseline="0">
                <a:solidFill>
                  <a:schemeClr val="bg1"/>
                </a:solidFill>
              </a:defRPr>
            </a:lvl1pPr>
          </a:lstStyle>
          <a:p>
            <a:r>
              <a:rPr lang="en-US"/>
              <a:t>Click to add title</a:t>
            </a:r>
          </a:p>
        </p:txBody>
      </p:sp>
      <p:sp>
        <p:nvSpPr>
          <p:cNvPr id="10" name="Text Placeholder 14">
            <a:extLst>
              <a:ext uri="{FF2B5EF4-FFF2-40B4-BE49-F238E27FC236}">
                <a16:creationId xmlns:a16="http://schemas.microsoft.com/office/drawing/2014/main" id="{7F450FCB-3FE4-489F-A4BA-4BF492C226C5}"/>
              </a:ext>
            </a:extLst>
          </p:cNvPr>
          <p:cNvSpPr>
            <a:spLocks noGrp="1"/>
          </p:cNvSpPr>
          <p:nvPr>
            <p:ph type="body" sz="quarter" idx="19" hasCustomPrompt="1"/>
          </p:nvPr>
        </p:nvSpPr>
        <p:spPr>
          <a:xfrm>
            <a:off x="3519730" y="1836492"/>
            <a:ext cx="5152539" cy="718457"/>
          </a:xfrm>
          <a:prstGeom prst="rect">
            <a:avLst/>
          </a:prstGeom>
        </p:spPr>
        <p:txBody>
          <a:bodyPr/>
          <a:lstStyle>
            <a:lvl1pPr marL="0" indent="0" algn="ctr">
              <a:buNone/>
              <a:defRPr sz="1800" cap="none" spc="200" baseline="0">
                <a:solidFill>
                  <a:schemeClr val="bg1"/>
                </a:solidFill>
                <a:latin typeface="+mn-lt"/>
              </a:defRPr>
            </a:lvl1pPr>
          </a:lstStyle>
          <a:p>
            <a:pPr lvl="0"/>
            <a:r>
              <a:rPr lang="en-US"/>
              <a:t>Add subtitle</a:t>
            </a:r>
          </a:p>
        </p:txBody>
      </p:sp>
      <p:sp>
        <p:nvSpPr>
          <p:cNvPr id="39" name="Text Placeholder 10">
            <a:extLst>
              <a:ext uri="{FF2B5EF4-FFF2-40B4-BE49-F238E27FC236}">
                <a16:creationId xmlns:a16="http://schemas.microsoft.com/office/drawing/2014/main" id="{EB6054A1-FB6D-4599-BAA9-5A51A0FA8C5C}"/>
              </a:ext>
            </a:extLst>
          </p:cNvPr>
          <p:cNvSpPr>
            <a:spLocks noGrp="1"/>
          </p:cNvSpPr>
          <p:nvPr>
            <p:ph type="body" sz="quarter" idx="24" hasCustomPrompt="1"/>
          </p:nvPr>
        </p:nvSpPr>
        <p:spPr>
          <a:xfrm>
            <a:off x="963991" y="2822318"/>
            <a:ext cx="3574251" cy="448769"/>
          </a:xfrm>
          <a:prstGeom prst="rect">
            <a:avLst/>
          </a:prstGeom>
        </p:spPr>
        <p:txBody>
          <a:bodyPr/>
          <a:lstStyle>
            <a:lvl1pPr marL="0" indent="0" algn="l">
              <a:buNone/>
              <a:defRPr sz="1600" cap="none" spc="200" baseline="0">
                <a:solidFill>
                  <a:schemeClr val="bg1"/>
                </a:solidFill>
                <a:latin typeface="+mj-lt"/>
              </a:defRPr>
            </a:lvl1pPr>
          </a:lstStyle>
          <a:p>
            <a:pPr lvl="0"/>
            <a:r>
              <a:rPr lang="en-US"/>
              <a:t>Click to add title</a:t>
            </a:r>
          </a:p>
        </p:txBody>
      </p:sp>
      <p:sp>
        <p:nvSpPr>
          <p:cNvPr id="4" name="Content Placeholder 3">
            <a:extLst>
              <a:ext uri="{FF2B5EF4-FFF2-40B4-BE49-F238E27FC236}">
                <a16:creationId xmlns:a16="http://schemas.microsoft.com/office/drawing/2014/main" id="{95054896-ABA6-49DF-9D5D-B2E6224DD442}"/>
              </a:ext>
            </a:extLst>
          </p:cNvPr>
          <p:cNvSpPr>
            <a:spLocks noGrp="1"/>
          </p:cNvSpPr>
          <p:nvPr>
            <p:ph sz="quarter" idx="32"/>
          </p:nvPr>
        </p:nvSpPr>
        <p:spPr>
          <a:xfrm>
            <a:off x="866775" y="3333750"/>
            <a:ext cx="4352925" cy="2636837"/>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6" name="Text Placeholder 14">
            <a:extLst>
              <a:ext uri="{FF2B5EF4-FFF2-40B4-BE49-F238E27FC236}">
                <a16:creationId xmlns:a16="http://schemas.microsoft.com/office/drawing/2014/main" id="{EF233E3C-C99A-4345-9504-B06740BBAB28}"/>
              </a:ext>
            </a:extLst>
          </p:cNvPr>
          <p:cNvSpPr>
            <a:spLocks noGrp="1"/>
          </p:cNvSpPr>
          <p:nvPr>
            <p:ph type="body" sz="quarter" idx="30" hasCustomPrompt="1"/>
          </p:nvPr>
        </p:nvSpPr>
        <p:spPr>
          <a:xfrm>
            <a:off x="5983159" y="3186346"/>
            <a:ext cx="578977" cy="366359"/>
          </a:xfrm>
          <a:prstGeom prst="rect">
            <a:avLst/>
          </a:prstGeom>
          <a:ln>
            <a:noFill/>
          </a:ln>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a:t>Text</a:t>
            </a:r>
          </a:p>
        </p:txBody>
      </p:sp>
      <p:sp>
        <p:nvSpPr>
          <p:cNvPr id="55" name="Text Placeholder 14">
            <a:extLst>
              <a:ext uri="{FF2B5EF4-FFF2-40B4-BE49-F238E27FC236}">
                <a16:creationId xmlns:a16="http://schemas.microsoft.com/office/drawing/2014/main" id="{406787F7-1112-4CC9-8FD0-D3583902DE98}"/>
              </a:ext>
            </a:extLst>
          </p:cNvPr>
          <p:cNvSpPr>
            <a:spLocks noGrp="1"/>
          </p:cNvSpPr>
          <p:nvPr>
            <p:ph type="body" sz="quarter" idx="29" hasCustomPrompt="1"/>
          </p:nvPr>
        </p:nvSpPr>
        <p:spPr>
          <a:xfrm>
            <a:off x="5983159" y="3699738"/>
            <a:ext cx="578977" cy="366359"/>
          </a:xfrm>
          <a:prstGeom prst="rect">
            <a:avLst/>
          </a:prstGeom>
          <a:ln>
            <a:noFill/>
          </a:ln>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a:t>Text</a:t>
            </a:r>
          </a:p>
        </p:txBody>
      </p:sp>
      <p:sp>
        <p:nvSpPr>
          <p:cNvPr id="54" name="Text Placeholder 14">
            <a:extLst>
              <a:ext uri="{FF2B5EF4-FFF2-40B4-BE49-F238E27FC236}">
                <a16:creationId xmlns:a16="http://schemas.microsoft.com/office/drawing/2014/main" id="{99FA8680-9A76-4984-9EF3-619FF82EF7D4}"/>
              </a:ext>
            </a:extLst>
          </p:cNvPr>
          <p:cNvSpPr>
            <a:spLocks noGrp="1"/>
          </p:cNvSpPr>
          <p:nvPr>
            <p:ph type="body" sz="quarter" idx="28" hasCustomPrompt="1"/>
          </p:nvPr>
        </p:nvSpPr>
        <p:spPr>
          <a:xfrm>
            <a:off x="5983159" y="4213130"/>
            <a:ext cx="578977" cy="366359"/>
          </a:xfrm>
          <a:prstGeom prst="rect">
            <a:avLst/>
          </a:prstGeom>
          <a:ln>
            <a:noFill/>
          </a:ln>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a:t>Text</a:t>
            </a:r>
          </a:p>
        </p:txBody>
      </p:sp>
      <p:sp>
        <p:nvSpPr>
          <p:cNvPr id="53" name="Text Placeholder 14">
            <a:extLst>
              <a:ext uri="{FF2B5EF4-FFF2-40B4-BE49-F238E27FC236}">
                <a16:creationId xmlns:a16="http://schemas.microsoft.com/office/drawing/2014/main" id="{CB4D59B1-4953-4B1A-9812-770624E09F4B}"/>
              </a:ext>
            </a:extLst>
          </p:cNvPr>
          <p:cNvSpPr>
            <a:spLocks noGrp="1"/>
          </p:cNvSpPr>
          <p:nvPr>
            <p:ph type="body" sz="quarter" idx="27" hasCustomPrompt="1"/>
          </p:nvPr>
        </p:nvSpPr>
        <p:spPr>
          <a:xfrm>
            <a:off x="5983159" y="4726522"/>
            <a:ext cx="578977" cy="366359"/>
          </a:xfrm>
          <a:prstGeom prst="rect">
            <a:avLst/>
          </a:prstGeom>
          <a:ln>
            <a:noFill/>
          </a:ln>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a:t>Text</a:t>
            </a:r>
          </a:p>
        </p:txBody>
      </p:sp>
      <p:sp>
        <p:nvSpPr>
          <p:cNvPr id="52" name="Text Placeholder 14">
            <a:extLst>
              <a:ext uri="{FF2B5EF4-FFF2-40B4-BE49-F238E27FC236}">
                <a16:creationId xmlns:a16="http://schemas.microsoft.com/office/drawing/2014/main" id="{95F87D86-6041-4E3C-BB75-D69D0BE78AE5}"/>
              </a:ext>
            </a:extLst>
          </p:cNvPr>
          <p:cNvSpPr>
            <a:spLocks noGrp="1"/>
          </p:cNvSpPr>
          <p:nvPr>
            <p:ph type="body" sz="quarter" idx="26" hasCustomPrompt="1"/>
          </p:nvPr>
        </p:nvSpPr>
        <p:spPr>
          <a:xfrm>
            <a:off x="5983159" y="5239913"/>
            <a:ext cx="578977" cy="366359"/>
          </a:xfrm>
          <a:prstGeom prst="rect">
            <a:avLst/>
          </a:prstGeom>
          <a:ln>
            <a:noFill/>
          </a:ln>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a:t>Text</a:t>
            </a:r>
          </a:p>
        </p:txBody>
      </p:sp>
      <p:sp>
        <p:nvSpPr>
          <p:cNvPr id="82" name="Text Placeholder 14">
            <a:extLst>
              <a:ext uri="{FF2B5EF4-FFF2-40B4-BE49-F238E27FC236}">
                <a16:creationId xmlns:a16="http://schemas.microsoft.com/office/drawing/2014/main" id="{634E901B-B6DE-434D-897D-F1CBD4C850FF}"/>
              </a:ext>
            </a:extLst>
          </p:cNvPr>
          <p:cNvSpPr>
            <a:spLocks noGrp="1"/>
          </p:cNvSpPr>
          <p:nvPr>
            <p:ph type="body" sz="quarter" idx="31" hasCustomPrompt="1"/>
          </p:nvPr>
        </p:nvSpPr>
        <p:spPr>
          <a:xfrm>
            <a:off x="5983158" y="5757105"/>
            <a:ext cx="578977" cy="366359"/>
          </a:xfrm>
          <a:prstGeom prst="rect">
            <a:avLst/>
          </a:prstGeom>
          <a:ln>
            <a:noFill/>
          </a:ln>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a:t>Text</a:t>
            </a:r>
          </a:p>
        </p:txBody>
      </p:sp>
      <p:sp>
        <p:nvSpPr>
          <p:cNvPr id="40" name="Text Placeholder 10">
            <a:extLst>
              <a:ext uri="{FF2B5EF4-FFF2-40B4-BE49-F238E27FC236}">
                <a16:creationId xmlns:a16="http://schemas.microsoft.com/office/drawing/2014/main" id="{5E9FFDEA-766B-48BC-B5E5-F06563BF4DE9}"/>
              </a:ext>
            </a:extLst>
          </p:cNvPr>
          <p:cNvSpPr>
            <a:spLocks noGrp="1"/>
          </p:cNvSpPr>
          <p:nvPr>
            <p:ph type="body" sz="quarter" idx="25" hasCustomPrompt="1"/>
          </p:nvPr>
        </p:nvSpPr>
        <p:spPr>
          <a:xfrm>
            <a:off x="6479875" y="2829932"/>
            <a:ext cx="3574251" cy="448769"/>
          </a:xfrm>
          <a:prstGeom prst="rect">
            <a:avLst/>
          </a:prstGeom>
        </p:spPr>
        <p:txBody>
          <a:bodyPr/>
          <a:lstStyle>
            <a:lvl1pPr marL="0" indent="0" algn="l">
              <a:buNone/>
              <a:defRPr sz="1600" cap="none" spc="200" baseline="0">
                <a:solidFill>
                  <a:schemeClr val="bg1"/>
                </a:solidFill>
                <a:latin typeface="+mj-lt"/>
              </a:defRPr>
            </a:lvl1pPr>
          </a:lstStyle>
          <a:p>
            <a:pPr lvl="0"/>
            <a:r>
              <a:rPr lang="en-US"/>
              <a:t>Click to add title</a:t>
            </a:r>
          </a:p>
        </p:txBody>
      </p:sp>
      <p:sp>
        <p:nvSpPr>
          <p:cNvPr id="24" name="Text Placeholder 14">
            <a:extLst>
              <a:ext uri="{FF2B5EF4-FFF2-40B4-BE49-F238E27FC236}">
                <a16:creationId xmlns:a16="http://schemas.microsoft.com/office/drawing/2014/main" id="{1205833E-1296-4429-98BC-86ED5E75B781}"/>
              </a:ext>
            </a:extLst>
          </p:cNvPr>
          <p:cNvSpPr>
            <a:spLocks noGrp="1"/>
          </p:cNvSpPr>
          <p:nvPr>
            <p:ph type="body" sz="quarter" idx="17" hasCustomPrompt="1"/>
          </p:nvPr>
        </p:nvSpPr>
        <p:spPr>
          <a:xfrm>
            <a:off x="6756287" y="5930807"/>
            <a:ext cx="680833" cy="553488"/>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a:t>Text</a:t>
            </a:r>
          </a:p>
        </p:txBody>
      </p:sp>
      <p:sp>
        <p:nvSpPr>
          <p:cNvPr id="25" name="Text Placeholder 14">
            <a:extLst>
              <a:ext uri="{FF2B5EF4-FFF2-40B4-BE49-F238E27FC236}">
                <a16:creationId xmlns:a16="http://schemas.microsoft.com/office/drawing/2014/main" id="{4ADE2985-788D-4E06-BD6E-2DAB0780CCC3}"/>
              </a:ext>
            </a:extLst>
          </p:cNvPr>
          <p:cNvSpPr>
            <a:spLocks noGrp="1"/>
          </p:cNvSpPr>
          <p:nvPr>
            <p:ph type="body" sz="quarter" idx="20" hasCustomPrompt="1"/>
          </p:nvPr>
        </p:nvSpPr>
        <p:spPr>
          <a:xfrm>
            <a:off x="7583623" y="5930807"/>
            <a:ext cx="717943" cy="553488"/>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a:t>Text</a:t>
            </a:r>
          </a:p>
        </p:txBody>
      </p:sp>
      <p:sp>
        <p:nvSpPr>
          <p:cNvPr id="26" name="Text Placeholder 14">
            <a:extLst>
              <a:ext uri="{FF2B5EF4-FFF2-40B4-BE49-F238E27FC236}">
                <a16:creationId xmlns:a16="http://schemas.microsoft.com/office/drawing/2014/main" id="{FAA1F6E3-EB96-4B94-BB57-05FD3C6316A7}"/>
              </a:ext>
            </a:extLst>
          </p:cNvPr>
          <p:cNvSpPr>
            <a:spLocks noGrp="1"/>
          </p:cNvSpPr>
          <p:nvPr>
            <p:ph type="body" sz="quarter" idx="21" hasCustomPrompt="1"/>
          </p:nvPr>
        </p:nvSpPr>
        <p:spPr>
          <a:xfrm>
            <a:off x="8418590" y="5929991"/>
            <a:ext cx="688462" cy="553488"/>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a:t>Text</a:t>
            </a:r>
          </a:p>
        </p:txBody>
      </p:sp>
      <p:sp>
        <p:nvSpPr>
          <p:cNvPr id="27" name="Text Placeholder 14">
            <a:extLst>
              <a:ext uri="{FF2B5EF4-FFF2-40B4-BE49-F238E27FC236}">
                <a16:creationId xmlns:a16="http://schemas.microsoft.com/office/drawing/2014/main" id="{A59FA224-FF57-40F3-9DE2-A9E5663CA40A}"/>
              </a:ext>
            </a:extLst>
          </p:cNvPr>
          <p:cNvSpPr>
            <a:spLocks noGrp="1"/>
          </p:cNvSpPr>
          <p:nvPr>
            <p:ph type="body" sz="quarter" idx="22" hasCustomPrompt="1"/>
          </p:nvPr>
        </p:nvSpPr>
        <p:spPr>
          <a:xfrm>
            <a:off x="9244388" y="5929991"/>
            <a:ext cx="680835" cy="553488"/>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a:t>Text</a:t>
            </a:r>
          </a:p>
        </p:txBody>
      </p:sp>
      <p:sp>
        <p:nvSpPr>
          <p:cNvPr id="28" name="Text Placeholder 14">
            <a:extLst>
              <a:ext uri="{FF2B5EF4-FFF2-40B4-BE49-F238E27FC236}">
                <a16:creationId xmlns:a16="http://schemas.microsoft.com/office/drawing/2014/main" id="{B54D6B4E-0A06-4D7F-A784-E937A895E840}"/>
              </a:ext>
            </a:extLst>
          </p:cNvPr>
          <p:cNvSpPr>
            <a:spLocks noGrp="1"/>
          </p:cNvSpPr>
          <p:nvPr>
            <p:ph type="body" sz="quarter" idx="23" hasCustomPrompt="1"/>
          </p:nvPr>
        </p:nvSpPr>
        <p:spPr>
          <a:xfrm>
            <a:off x="10072728" y="5929991"/>
            <a:ext cx="717942" cy="553488"/>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a:t>Text</a:t>
            </a:r>
          </a:p>
        </p:txBody>
      </p:sp>
      <p:grpSp>
        <p:nvGrpSpPr>
          <p:cNvPr id="81" name="Group 80">
            <a:extLst>
              <a:ext uri="{FF2B5EF4-FFF2-40B4-BE49-F238E27FC236}">
                <a16:creationId xmlns:a16="http://schemas.microsoft.com/office/drawing/2014/main" id="{CBAACD0B-92AC-4BB5-B2A1-E707BF046136}"/>
              </a:ext>
              <a:ext uri="{C183D7F6-B498-43B3-948B-1728B52AA6E4}">
                <adec:decorative xmlns:adec="http://schemas.microsoft.com/office/drawing/2017/decorative" val="1"/>
              </a:ext>
            </a:extLst>
          </p:cNvPr>
          <p:cNvGrpSpPr/>
          <p:nvPr userDrawn="1"/>
        </p:nvGrpSpPr>
        <p:grpSpPr>
          <a:xfrm>
            <a:off x="6593151" y="3356785"/>
            <a:ext cx="4296522" cy="2583500"/>
            <a:chOff x="6593151" y="3356785"/>
            <a:chExt cx="4296522" cy="2583500"/>
          </a:xfrm>
        </p:grpSpPr>
        <p:cxnSp>
          <p:nvCxnSpPr>
            <p:cNvPr id="42" name="Straight Connector 41">
              <a:extLst>
                <a:ext uri="{FF2B5EF4-FFF2-40B4-BE49-F238E27FC236}">
                  <a16:creationId xmlns:a16="http://schemas.microsoft.com/office/drawing/2014/main" id="{5621DF36-2E24-4250-8EA9-A4F7384057AD}"/>
                </a:ext>
              </a:extLst>
            </p:cNvPr>
            <p:cNvCxnSpPr>
              <a:cxnSpLocks/>
            </p:cNvCxnSpPr>
            <p:nvPr userDrawn="1"/>
          </p:nvCxnSpPr>
          <p:spPr>
            <a:xfrm>
              <a:off x="6593151" y="3873977"/>
              <a:ext cx="4296522" cy="0"/>
            </a:xfrm>
            <a:prstGeom prst="line">
              <a:avLst/>
            </a:prstGeom>
            <a:ln>
              <a:solidFill>
                <a:schemeClr val="accent3">
                  <a:alpha val="40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519F31A0-FCE5-444A-9B67-BAD40A29F007}"/>
                </a:ext>
              </a:extLst>
            </p:cNvPr>
            <p:cNvCxnSpPr>
              <a:cxnSpLocks/>
            </p:cNvCxnSpPr>
            <p:nvPr userDrawn="1"/>
          </p:nvCxnSpPr>
          <p:spPr>
            <a:xfrm>
              <a:off x="6593151" y="3356785"/>
              <a:ext cx="4296522" cy="0"/>
            </a:xfrm>
            <a:prstGeom prst="line">
              <a:avLst/>
            </a:prstGeom>
            <a:ln>
              <a:solidFill>
                <a:schemeClr val="accent3">
                  <a:alpha val="40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32EB8C64-26D1-49F5-BA35-75904015FB38}"/>
                </a:ext>
              </a:extLst>
            </p:cNvPr>
            <p:cNvCxnSpPr>
              <a:cxnSpLocks/>
            </p:cNvCxnSpPr>
            <p:nvPr userDrawn="1"/>
          </p:nvCxnSpPr>
          <p:spPr>
            <a:xfrm>
              <a:off x="6593151" y="5940285"/>
              <a:ext cx="4296522" cy="0"/>
            </a:xfrm>
            <a:prstGeom prst="line">
              <a:avLst/>
            </a:prstGeom>
            <a:ln>
              <a:solidFill>
                <a:schemeClr val="accent3">
                  <a:alpha val="40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97ED0880-E9DE-43CA-BBF7-379FADCCADCC}"/>
                </a:ext>
              </a:extLst>
            </p:cNvPr>
            <p:cNvCxnSpPr>
              <a:cxnSpLocks/>
            </p:cNvCxnSpPr>
            <p:nvPr userDrawn="1"/>
          </p:nvCxnSpPr>
          <p:spPr>
            <a:xfrm>
              <a:off x="6593151" y="5417240"/>
              <a:ext cx="4296522" cy="0"/>
            </a:xfrm>
            <a:prstGeom prst="line">
              <a:avLst/>
            </a:prstGeom>
            <a:ln>
              <a:solidFill>
                <a:schemeClr val="accent3">
                  <a:alpha val="40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ECB90AC-2E9C-4DA6-9DE3-DC040D0710F3}"/>
                </a:ext>
              </a:extLst>
            </p:cNvPr>
            <p:cNvCxnSpPr>
              <a:cxnSpLocks/>
            </p:cNvCxnSpPr>
            <p:nvPr userDrawn="1"/>
          </p:nvCxnSpPr>
          <p:spPr>
            <a:xfrm>
              <a:off x="6593151" y="4908361"/>
              <a:ext cx="4296522" cy="0"/>
            </a:xfrm>
            <a:prstGeom prst="line">
              <a:avLst/>
            </a:prstGeom>
            <a:ln>
              <a:solidFill>
                <a:schemeClr val="accent3">
                  <a:alpha val="40000"/>
                </a:schemeClr>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3D64C7F2-BB5D-48DC-9D4E-C23102C15F2E}"/>
                </a:ext>
              </a:extLst>
            </p:cNvPr>
            <p:cNvCxnSpPr>
              <a:cxnSpLocks/>
            </p:cNvCxnSpPr>
            <p:nvPr userDrawn="1"/>
          </p:nvCxnSpPr>
          <p:spPr>
            <a:xfrm>
              <a:off x="6593151" y="4393627"/>
              <a:ext cx="4296522" cy="0"/>
            </a:xfrm>
            <a:prstGeom prst="line">
              <a:avLst/>
            </a:prstGeom>
            <a:ln>
              <a:solidFill>
                <a:schemeClr val="accent3">
                  <a:alpha val="40000"/>
                </a:schemeClr>
              </a:solidFill>
            </a:ln>
          </p:spPr>
          <p:style>
            <a:lnRef idx="1">
              <a:schemeClr val="accent1"/>
            </a:lnRef>
            <a:fillRef idx="0">
              <a:schemeClr val="accent1"/>
            </a:fillRef>
            <a:effectRef idx="0">
              <a:schemeClr val="accent1"/>
            </a:effectRef>
            <a:fontRef idx="minor">
              <a:schemeClr val="tx1"/>
            </a:fontRef>
          </p:style>
        </p:cxnSp>
      </p:grpSp>
      <p:sp>
        <p:nvSpPr>
          <p:cNvPr id="7" name="Rectangle 6">
            <a:extLst>
              <a:ext uri="{FF2B5EF4-FFF2-40B4-BE49-F238E27FC236}">
                <a16:creationId xmlns:a16="http://schemas.microsoft.com/office/drawing/2014/main" id="{7A55D8F5-8A01-4257-9CE6-A1B977F30FF3}"/>
              </a:ext>
              <a:ext uri="{C183D7F6-B498-43B3-948B-1728B52AA6E4}">
                <adec:decorative xmlns:adec="http://schemas.microsoft.com/office/drawing/2017/decorative" val="1"/>
              </a:ext>
            </a:extLst>
          </p:cNvPr>
          <p:cNvSpPr/>
          <p:nvPr userDrawn="1"/>
        </p:nvSpPr>
        <p:spPr>
          <a:xfrm>
            <a:off x="6756287" y="5431011"/>
            <a:ext cx="680833" cy="501361"/>
          </a:xfrm>
          <a:prstGeom prst="rect">
            <a:avLst/>
          </a:prstGeom>
          <a:solidFill>
            <a:schemeClr val="accent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0F2C8F2-9655-45C9-AEF1-0F524E90442A}"/>
              </a:ext>
              <a:ext uri="{C183D7F6-B498-43B3-948B-1728B52AA6E4}">
                <adec:decorative xmlns:adec="http://schemas.microsoft.com/office/drawing/2017/decorative" val="1"/>
              </a:ext>
            </a:extLst>
          </p:cNvPr>
          <p:cNvSpPr/>
          <p:nvPr userDrawn="1"/>
        </p:nvSpPr>
        <p:spPr>
          <a:xfrm>
            <a:off x="7586167" y="4913817"/>
            <a:ext cx="680834" cy="1018553"/>
          </a:xfrm>
          <a:prstGeom prst="rect">
            <a:avLst/>
          </a:prstGeom>
          <a:solidFill>
            <a:schemeClr val="accent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458165E-0BB4-4621-BC5C-EB2DDE22E4AC}"/>
              </a:ext>
              <a:ext uri="{C183D7F6-B498-43B3-948B-1728B52AA6E4}">
                <adec:decorative xmlns:adec="http://schemas.microsoft.com/office/drawing/2017/decorative" val="1"/>
              </a:ext>
            </a:extLst>
          </p:cNvPr>
          <p:cNvSpPr/>
          <p:nvPr userDrawn="1"/>
        </p:nvSpPr>
        <p:spPr>
          <a:xfrm>
            <a:off x="8416048" y="4396625"/>
            <a:ext cx="680835" cy="1534931"/>
          </a:xfrm>
          <a:prstGeom prst="rect">
            <a:avLst/>
          </a:prstGeom>
          <a:solidFill>
            <a:schemeClr val="accent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6F4798AF-A852-4991-B42B-A74C23574580}"/>
              </a:ext>
              <a:ext uri="{C183D7F6-B498-43B3-948B-1728B52AA6E4}">
                <adec:decorative xmlns:adec="http://schemas.microsoft.com/office/drawing/2017/decorative" val="1"/>
              </a:ext>
            </a:extLst>
          </p:cNvPr>
          <p:cNvSpPr/>
          <p:nvPr userDrawn="1"/>
        </p:nvSpPr>
        <p:spPr>
          <a:xfrm>
            <a:off x="9244388" y="3879433"/>
            <a:ext cx="680835" cy="2052123"/>
          </a:xfrm>
          <a:prstGeom prst="rect">
            <a:avLst/>
          </a:prstGeom>
          <a:solidFill>
            <a:schemeClr val="accent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CBCA52D7-A558-4733-BD5C-28751C99A1DB}"/>
              </a:ext>
              <a:ext uri="{C183D7F6-B498-43B3-948B-1728B52AA6E4}">
                <adec:decorative xmlns:adec="http://schemas.microsoft.com/office/drawing/2017/decorative" val="1"/>
              </a:ext>
            </a:extLst>
          </p:cNvPr>
          <p:cNvSpPr/>
          <p:nvPr userDrawn="1"/>
        </p:nvSpPr>
        <p:spPr>
          <a:xfrm>
            <a:off x="10075270" y="3362241"/>
            <a:ext cx="680836" cy="2569313"/>
          </a:xfrm>
          <a:prstGeom prst="rect">
            <a:avLst/>
          </a:prstGeom>
          <a:solidFill>
            <a:schemeClr val="accent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ooter Placeholder 15">
            <a:extLst>
              <a:ext uri="{FF2B5EF4-FFF2-40B4-BE49-F238E27FC236}">
                <a16:creationId xmlns:a16="http://schemas.microsoft.com/office/drawing/2014/main" id="{067B5EA1-9C03-415F-A792-0E81289DB3BC}"/>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a:t>PRESENTATION TITLE</a:t>
            </a:r>
          </a:p>
        </p:txBody>
      </p:sp>
      <p:sp>
        <p:nvSpPr>
          <p:cNvPr id="13" name="Slide Number Placeholder 16">
            <a:extLst>
              <a:ext uri="{FF2B5EF4-FFF2-40B4-BE49-F238E27FC236}">
                <a16:creationId xmlns:a16="http://schemas.microsoft.com/office/drawing/2014/main" id="{258AB827-653F-449B-8FE9-EC1E4F1C15B3}"/>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a:p>
        </p:txBody>
      </p:sp>
      <p:sp>
        <p:nvSpPr>
          <p:cNvPr id="14" name="Date Placeholder 14">
            <a:extLst>
              <a:ext uri="{FF2B5EF4-FFF2-40B4-BE49-F238E27FC236}">
                <a16:creationId xmlns:a16="http://schemas.microsoft.com/office/drawing/2014/main" id="{045230A5-30E4-4168-93C9-124C889B63F7}"/>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a:t>May 21, 20xx</a:t>
            </a:r>
          </a:p>
        </p:txBody>
      </p:sp>
    </p:spTree>
    <p:extLst>
      <p:ext uri="{BB962C8B-B14F-4D97-AF65-F5344CB8AC3E}">
        <p14:creationId xmlns:p14="http://schemas.microsoft.com/office/powerpoint/2010/main" val="24225142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Year Action Plan">
    <p:spTree>
      <p:nvGrpSpPr>
        <p:cNvPr id="1" name=""/>
        <p:cNvGrpSpPr/>
        <p:nvPr/>
      </p:nvGrpSpPr>
      <p:grpSpPr>
        <a:xfrm>
          <a:off x="0" y="0"/>
          <a:ext cx="0" cy="0"/>
          <a:chOff x="0" y="0"/>
          <a:chExt cx="0" cy="0"/>
        </a:xfrm>
      </p:grpSpPr>
      <p:pic>
        <p:nvPicPr>
          <p:cNvPr id="120" name="Graphic 119">
            <a:extLst>
              <a:ext uri="{FF2B5EF4-FFF2-40B4-BE49-F238E27FC236}">
                <a16:creationId xmlns:a16="http://schemas.microsoft.com/office/drawing/2014/main" id="{0D59F18F-5BD3-4E80-A69E-6D92DA9BB54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0" y="0"/>
            <a:ext cx="12192000" cy="6858000"/>
          </a:xfrm>
          <a:prstGeom prst="rect">
            <a:avLst/>
          </a:prstGeom>
        </p:spPr>
      </p:pic>
      <p:grpSp>
        <p:nvGrpSpPr>
          <p:cNvPr id="100" name="Group 99">
            <a:extLst>
              <a:ext uri="{FF2B5EF4-FFF2-40B4-BE49-F238E27FC236}">
                <a16:creationId xmlns:a16="http://schemas.microsoft.com/office/drawing/2014/main" id="{79CFC79B-A403-4086-AB1A-E4F1F5AC31F2}"/>
              </a:ext>
              <a:ext uri="{C183D7F6-B498-43B3-948B-1728B52AA6E4}">
                <adec:decorative xmlns:adec="http://schemas.microsoft.com/office/drawing/2017/decorative" val="1"/>
              </a:ext>
            </a:extLst>
          </p:cNvPr>
          <p:cNvGrpSpPr/>
          <p:nvPr userDrawn="1"/>
        </p:nvGrpSpPr>
        <p:grpSpPr>
          <a:xfrm>
            <a:off x="2010137" y="2689356"/>
            <a:ext cx="8510121" cy="0"/>
            <a:chOff x="1504814" y="2488864"/>
            <a:chExt cx="8510121" cy="0"/>
          </a:xfrm>
        </p:grpSpPr>
        <p:cxnSp>
          <p:nvCxnSpPr>
            <p:cNvPr id="79" name="Straight Connector 78">
              <a:extLst>
                <a:ext uri="{FF2B5EF4-FFF2-40B4-BE49-F238E27FC236}">
                  <a16:creationId xmlns:a16="http://schemas.microsoft.com/office/drawing/2014/main" id="{3993C126-30E8-42C9-97ED-B7968CE61D87}"/>
                </a:ext>
              </a:extLst>
            </p:cNvPr>
            <p:cNvCxnSpPr>
              <a:cxnSpLocks/>
            </p:cNvCxnSpPr>
            <p:nvPr userDrawn="1"/>
          </p:nvCxnSpPr>
          <p:spPr>
            <a:xfrm>
              <a:off x="1504814"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710C08B4-5A67-4383-9733-CF6DCA952D8F}"/>
                </a:ext>
              </a:extLst>
            </p:cNvPr>
            <p:cNvCxnSpPr>
              <a:cxnSpLocks/>
            </p:cNvCxnSpPr>
            <p:nvPr userDrawn="1"/>
          </p:nvCxnSpPr>
          <p:spPr>
            <a:xfrm>
              <a:off x="2301137"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9736A6D3-72B8-4ADD-83D7-F905F1EB82FE}"/>
                </a:ext>
              </a:extLst>
            </p:cNvPr>
            <p:cNvCxnSpPr>
              <a:cxnSpLocks/>
            </p:cNvCxnSpPr>
            <p:nvPr userDrawn="1"/>
          </p:nvCxnSpPr>
          <p:spPr>
            <a:xfrm>
              <a:off x="3083776"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7C048AE4-D798-4F1B-874C-F9044ECC8603}"/>
                </a:ext>
              </a:extLst>
            </p:cNvPr>
            <p:cNvCxnSpPr>
              <a:cxnSpLocks/>
            </p:cNvCxnSpPr>
            <p:nvPr userDrawn="1"/>
          </p:nvCxnSpPr>
          <p:spPr>
            <a:xfrm>
              <a:off x="3880099"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224A7533-05E8-464C-81E3-83136E632AF6}"/>
                </a:ext>
              </a:extLst>
            </p:cNvPr>
            <p:cNvCxnSpPr>
              <a:cxnSpLocks/>
            </p:cNvCxnSpPr>
            <p:nvPr userDrawn="1"/>
          </p:nvCxnSpPr>
          <p:spPr>
            <a:xfrm>
              <a:off x="4655896"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714E820A-336F-43A8-AB0D-875A28FB90F6}"/>
                </a:ext>
              </a:extLst>
            </p:cNvPr>
            <p:cNvCxnSpPr>
              <a:cxnSpLocks/>
            </p:cNvCxnSpPr>
            <p:nvPr userDrawn="1"/>
          </p:nvCxnSpPr>
          <p:spPr>
            <a:xfrm>
              <a:off x="5452219"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6D557188-FB50-4CF1-85AD-28747D97DC45}"/>
                </a:ext>
              </a:extLst>
            </p:cNvPr>
            <p:cNvCxnSpPr>
              <a:cxnSpLocks/>
            </p:cNvCxnSpPr>
            <p:nvPr userDrawn="1"/>
          </p:nvCxnSpPr>
          <p:spPr>
            <a:xfrm>
              <a:off x="6234858"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1AF23435-A9FF-4958-AAD2-BC57F32090C1}"/>
                </a:ext>
              </a:extLst>
            </p:cNvPr>
            <p:cNvCxnSpPr>
              <a:cxnSpLocks/>
            </p:cNvCxnSpPr>
            <p:nvPr userDrawn="1"/>
          </p:nvCxnSpPr>
          <p:spPr>
            <a:xfrm>
              <a:off x="7031181"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3B538E04-AA2E-459F-8D6B-7272BF9117A5}"/>
                </a:ext>
              </a:extLst>
            </p:cNvPr>
            <p:cNvCxnSpPr>
              <a:cxnSpLocks/>
            </p:cNvCxnSpPr>
            <p:nvPr userDrawn="1"/>
          </p:nvCxnSpPr>
          <p:spPr>
            <a:xfrm>
              <a:off x="7813820"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379A5921-876C-47AA-BF02-FADD423D79B7}"/>
                </a:ext>
              </a:extLst>
            </p:cNvPr>
            <p:cNvCxnSpPr>
              <a:cxnSpLocks/>
            </p:cNvCxnSpPr>
            <p:nvPr userDrawn="1"/>
          </p:nvCxnSpPr>
          <p:spPr>
            <a:xfrm>
              <a:off x="8610143"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9B30A0A8-B885-4ACC-A172-7A4408F0C0BC}"/>
                </a:ext>
              </a:extLst>
            </p:cNvPr>
            <p:cNvCxnSpPr>
              <a:cxnSpLocks/>
            </p:cNvCxnSpPr>
            <p:nvPr userDrawn="1"/>
          </p:nvCxnSpPr>
          <p:spPr>
            <a:xfrm>
              <a:off x="9399625"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F3B7C7B2-16AE-4434-A8AD-0977BCB9459A}"/>
              </a:ext>
            </a:extLst>
          </p:cNvPr>
          <p:cNvSpPr>
            <a:spLocks noGrp="1"/>
          </p:cNvSpPr>
          <p:nvPr>
            <p:ph type="title" hasCustomPrompt="1"/>
          </p:nvPr>
        </p:nvSpPr>
        <p:spPr>
          <a:xfrm>
            <a:off x="681698" y="512299"/>
            <a:ext cx="10515600" cy="727388"/>
          </a:xfrm>
          <a:prstGeom prst="rect">
            <a:avLst/>
          </a:prstGeom>
        </p:spPr>
        <p:txBody>
          <a:bodyPr/>
          <a:lstStyle>
            <a:lvl1pPr>
              <a:defRPr sz="2800" cap="all" spc="400" baseline="0">
                <a:solidFill>
                  <a:schemeClr val="bg1"/>
                </a:solidFill>
              </a:defRPr>
            </a:lvl1pPr>
          </a:lstStyle>
          <a:p>
            <a:r>
              <a:rPr lang="en-US"/>
              <a:t>Click to add title</a:t>
            </a:r>
          </a:p>
        </p:txBody>
      </p:sp>
      <p:sp>
        <p:nvSpPr>
          <p:cNvPr id="121" name="Text Placeholder 14">
            <a:extLst>
              <a:ext uri="{FF2B5EF4-FFF2-40B4-BE49-F238E27FC236}">
                <a16:creationId xmlns:a16="http://schemas.microsoft.com/office/drawing/2014/main" id="{53B0593C-E961-4FCF-8FFD-E10C0FD17BBF}"/>
              </a:ext>
            </a:extLst>
          </p:cNvPr>
          <p:cNvSpPr>
            <a:spLocks noGrp="1"/>
          </p:cNvSpPr>
          <p:nvPr>
            <p:ph type="body" sz="quarter" idx="43" hasCustomPrompt="1"/>
          </p:nvPr>
        </p:nvSpPr>
        <p:spPr>
          <a:xfrm>
            <a:off x="1992423" y="1780403"/>
            <a:ext cx="1440088" cy="586248"/>
          </a:xfrm>
          <a:prstGeom prst="rect">
            <a:avLst/>
          </a:prstGeom>
        </p:spPr>
        <p:txBody>
          <a:bodyPr anchor="ctr"/>
          <a:lstStyle>
            <a:lvl1pPr marL="0" indent="0" algn="ctr">
              <a:lnSpc>
                <a:spcPct val="100000"/>
              </a:lnSpc>
              <a:spcBef>
                <a:spcPts val="0"/>
              </a:spcBef>
              <a:buNone/>
              <a:defRPr sz="1400" cap="none" spc="0" baseline="0">
                <a:solidFill>
                  <a:schemeClr val="bg1"/>
                </a:solidFill>
                <a:latin typeface="+mn-lt"/>
              </a:defRPr>
            </a:lvl1pPr>
          </a:lstStyle>
          <a:p>
            <a:pPr lvl="0"/>
            <a:r>
              <a:rPr lang="en-US"/>
              <a:t>Click to add text</a:t>
            </a:r>
          </a:p>
        </p:txBody>
      </p:sp>
      <p:sp>
        <p:nvSpPr>
          <p:cNvPr id="122" name="Text Placeholder 14">
            <a:extLst>
              <a:ext uri="{FF2B5EF4-FFF2-40B4-BE49-F238E27FC236}">
                <a16:creationId xmlns:a16="http://schemas.microsoft.com/office/drawing/2014/main" id="{82A98F85-0B8A-4F76-813C-C9E7A0AD8804}"/>
              </a:ext>
            </a:extLst>
          </p:cNvPr>
          <p:cNvSpPr>
            <a:spLocks noGrp="1"/>
          </p:cNvSpPr>
          <p:nvPr>
            <p:ph type="body" sz="quarter" idx="44" hasCustomPrompt="1"/>
          </p:nvPr>
        </p:nvSpPr>
        <p:spPr>
          <a:xfrm>
            <a:off x="4360668" y="1780403"/>
            <a:ext cx="1440088" cy="586248"/>
          </a:xfrm>
          <a:prstGeom prst="rect">
            <a:avLst/>
          </a:prstGeom>
        </p:spPr>
        <p:txBody>
          <a:bodyPr anchor="ctr"/>
          <a:lstStyle>
            <a:lvl1pPr marL="0" indent="0" algn="ctr">
              <a:lnSpc>
                <a:spcPct val="100000"/>
              </a:lnSpc>
              <a:spcBef>
                <a:spcPts val="0"/>
              </a:spcBef>
              <a:buNone/>
              <a:defRPr sz="1400" cap="none" spc="0" baseline="0">
                <a:solidFill>
                  <a:schemeClr val="bg1"/>
                </a:solidFill>
                <a:latin typeface="+mn-lt"/>
              </a:defRPr>
            </a:lvl1pPr>
          </a:lstStyle>
          <a:p>
            <a:pPr lvl="0"/>
            <a:r>
              <a:rPr lang="en-US"/>
              <a:t>Click to add text</a:t>
            </a:r>
          </a:p>
        </p:txBody>
      </p:sp>
      <p:sp>
        <p:nvSpPr>
          <p:cNvPr id="123" name="Text Placeholder 14">
            <a:extLst>
              <a:ext uri="{FF2B5EF4-FFF2-40B4-BE49-F238E27FC236}">
                <a16:creationId xmlns:a16="http://schemas.microsoft.com/office/drawing/2014/main" id="{0E645547-1191-4919-804B-D1DC905F3680}"/>
              </a:ext>
            </a:extLst>
          </p:cNvPr>
          <p:cNvSpPr>
            <a:spLocks noGrp="1"/>
          </p:cNvSpPr>
          <p:nvPr>
            <p:ph type="body" sz="quarter" idx="45" hasCustomPrompt="1"/>
          </p:nvPr>
        </p:nvSpPr>
        <p:spPr>
          <a:xfrm>
            <a:off x="8307743" y="1780403"/>
            <a:ext cx="1440088" cy="586248"/>
          </a:xfrm>
          <a:prstGeom prst="rect">
            <a:avLst/>
          </a:prstGeom>
        </p:spPr>
        <p:txBody>
          <a:bodyPr anchor="ctr"/>
          <a:lstStyle>
            <a:lvl1pPr marL="0" indent="0" algn="ctr">
              <a:lnSpc>
                <a:spcPct val="100000"/>
              </a:lnSpc>
              <a:spcBef>
                <a:spcPts val="0"/>
              </a:spcBef>
              <a:buNone/>
              <a:defRPr sz="1400" cap="none" spc="0" baseline="0">
                <a:solidFill>
                  <a:schemeClr val="bg1"/>
                </a:solidFill>
                <a:latin typeface="+mn-lt"/>
              </a:defRPr>
            </a:lvl1pPr>
          </a:lstStyle>
          <a:p>
            <a:pPr lvl="0"/>
            <a:r>
              <a:rPr lang="en-US"/>
              <a:t>Click to add text</a:t>
            </a:r>
          </a:p>
        </p:txBody>
      </p:sp>
      <p:sp>
        <p:nvSpPr>
          <p:cNvPr id="113" name="Text Placeholder 14">
            <a:extLst>
              <a:ext uri="{FF2B5EF4-FFF2-40B4-BE49-F238E27FC236}">
                <a16:creationId xmlns:a16="http://schemas.microsoft.com/office/drawing/2014/main" id="{70437561-3145-4AA5-B5BF-FC2748828C08}"/>
              </a:ext>
            </a:extLst>
          </p:cNvPr>
          <p:cNvSpPr>
            <a:spLocks noGrp="1"/>
          </p:cNvSpPr>
          <p:nvPr>
            <p:ph type="body" sz="quarter" idx="41" hasCustomPrompt="1"/>
          </p:nvPr>
        </p:nvSpPr>
        <p:spPr>
          <a:xfrm>
            <a:off x="505322" y="2436036"/>
            <a:ext cx="1194201" cy="501726"/>
          </a:xfrm>
          <a:prstGeom prst="rect">
            <a:avLst/>
          </a:prstGeom>
        </p:spPr>
        <p:txBody>
          <a:bodyPr anchor="ctr"/>
          <a:lstStyle>
            <a:lvl1pPr marL="0" indent="0" algn="ctr">
              <a:buNone/>
              <a:defRPr sz="1800" cap="none" spc="200" baseline="0">
                <a:solidFill>
                  <a:schemeClr val="accent6"/>
                </a:solidFill>
                <a:latin typeface="+mj-lt"/>
              </a:defRPr>
            </a:lvl1pPr>
          </a:lstStyle>
          <a:p>
            <a:pPr lvl="0"/>
            <a:r>
              <a:rPr lang="en-US"/>
              <a:t>Add year</a:t>
            </a:r>
          </a:p>
        </p:txBody>
      </p:sp>
      <p:sp>
        <p:nvSpPr>
          <p:cNvPr id="42" name="Text Placeholder 14">
            <a:extLst>
              <a:ext uri="{FF2B5EF4-FFF2-40B4-BE49-F238E27FC236}">
                <a16:creationId xmlns:a16="http://schemas.microsoft.com/office/drawing/2014/main" id="{25924F20-2A98-40F8-8A1C-BF4BCDC2E915}"/>
              </a:ext>
            </a:extLst>
          </p:cNvPr>
          <p:cNvSpPr>
            <a:spLocks noGrp="1"/>
          </p:cNvSpPr>
          <p:nvPr>
            <p:ph type="body" sz="quarter" idx="17" hasCustomPrompt="1"/>
          </p:nvPr>
        </p:nvSpPr>
        <p:spPr>
          <a:xfrm>
            <a:off x="1675402" y="2774313"/>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a:t>Click to add text</a:t>
            </a:r>
          </a:p>
        </p:txBody>
      </p:sp>
      <p:sp>
        <p:nvSpPr>
          <p:cNvPr id="43" name="Text Placeholder 14">
            <a:extLst>
              <a:ext uri="{FF2B5EF4-FFF2-40B4-BE49-F238E27FC236}">
                <a16:creationId xmlns:a16="http://schemas.microsoft.com/office/drawing/2014/main" id="{DFA884F6-1E9E-4CB8-B4C3-3699E85DC2F4}"/>
              </a:ext>
            </a:extLst>
          </p:cNvPr>
          <p:cNvSpPr>
            <a:spLocks noGrp="1"/>
          </p:cNvSpPr>
          <p:nvPr>
            <p:ph type="body" sz="quarter" idx="18" hasCustomPrompt="1"/>
          </p:nvPr>
        </p:nvSpPr>
        <p:spPr>
          <a:xfrm>
            <a:off x="2464817" y="2774313"/>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a:t>Click to add text</a:t>
            </a:r>
          </a:p>
        </p:txBody>
      </p:sp>
      <p:sp>
        <p:nvSpPr>
          <p:cNvPr id="44" name="Text Placeholder 14">
            <a:extLst>
              <a:ext uri="{FF2B5EF4-FFF2-40B4-BE49-F238E27FC236}">
                <a16:creationId xmlns:a16="http://schemas.microsoft.com/office/drawing/2014/main" id="{7C52539B-C569-4941-87E7-C3EFCFA1B401}"/>
              </a:ext>
            </a:extLst>
          </p:cNvPr>
          <p:cNvSpPr>
            <a:spLocks noGrp="1"/>
          </p:cNvSpPr>
          <p:nvPr>
            <p:ph type="body" sz="quarter" idx="19" hasCustomPrompt="1"/>
          </p:nvPr>
        </p:nvSpPr>
        <p:spPr>
          <a:xfrm>
            <a:off x="3254232" y="2774313"/>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a:t>Click to add text</a:t>
            </a:r>
          </a:p>
        </p:txBody>
      </p:sp>
      <p:sp>
        <p:nvSpPr>
          <p:cNvPr id="45" name="Text Placeholder 14">
            <a:extLst>
              <a:ext uri="{FF2B5EF4-FFF2-40B4-BE49-F238E27FC236}">
                <a16:creationId xmlns:a16="http://schemas.microsoft.com/office/drawing/2014/main" id="{9B18D372-BEFC-4475-B0A5-A798E6CFD62B}"/>
              </a:ext>
            </a:extLst>
          </p:cNvPr>
          <p:cNvSpPr>
            <a:spLocks noGrp="1"/>
          </p:cNvSpPr>
          <p:nvPr>
            <p:ph type="body" sz="quarter" idx="20" hasCustomPrompt="1"/>
          </p:nvPr>
        </p:nvSpPr>
        <p:spPr>
          <a:xfrm>
            <a:off x="4043647" y="2774313"/>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a:t>Click to add text</a:t>
            </a:r>
          </a:p>
        </p:txBody>
      </p:sp>
      <p:sp>
        <p:nvSpPr>
          <p:cNvPr id="46" name="Text Placeholder 14">
            <a:extLst>
              <a:ext uri="{FF2B5EF4-FFF2-40B4-BE49-F238E27FC236}">
                <a16:creationId xmlns:a16="http://schemas.microsoft.com/office/drawing/2014/main" id="{19FE16DC-63F2-4A3D-A743-C8480AE391F6}"/>
              </a:ext>
            </a:extLst>
          </p:cNvPr>
          <p:cNvSpPr>
            <a:spLocks noGrp="1"/>
          </p:cNvSpPr>
          <p:nvPr>
            <p:ph type="body" sz="quarter" idx="21" hasCustomPrompt="1"/>
          </p:nvPr>
        </p:nvSpPr>
        <p:spPr>
          <a:xfrm>
            <a:off x="4833062" y="2774313"/>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a:t>Click to add text</a:t>
            </a:r>
          </a:p>
        </p:txBody>
      </p:sp>
      <p:sp>
        <p:nvSpPr>
          <p:cNvPr id="47" name="Text Placeholder 14">
            <a:extLst>
              <a:ext uri="{FF2B5EF4-FFF2-40B4-BE49-F238E27FC236}">
                <a16:creationId xmlns:a16="http://schemas.microsoft.com/office/drawing/2014/main" id="{23422F26-58EB-43A7-A33C-2ADBC2320CFB}"/>
              </a:ext>
            </a:extLst>
          </p:cNvPr>
          <p:cNvSpPr>
            <a:spLocks noGrp="1"/>
          </p:cNvSpPr>
          <p:nvPr>
            <p:ph type="body" sz="quarter" idx="22" hasCustomPrompt="1"/>
          </p:nvPr>
        </p:nvSpPr>
        <p:spPr>
          <a:xfrm>
            <a:off x="5622477" y="2774313"/>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a:t>Click to add text</a:t>
            </a:r>
          </a:p>
        </p:txBody>
      </p:sp>
      <p:sp>
        <p:nvSpPr>
          <p:cNvPr id="48" name="Text Placeholder 14">
            <a:extLst>
              <a:ext uri="{FF2B5EF4-FFF2-40B4-BE49-F238E27FC236}">
                <a16:creationId xmlns:a16="http://schemas.microsoft.com/office/drawing/2014/main" id="{D9B50A50-093B-4DCA-929F-AF8AB169A473}"/>
              </a:ext>
            </a:extLst>
          </p:cNvPr>
          <p:cNvSpPr>
            <a:spLocks noGrp="1"/>
          </p:cNvSpPr>
          <p:nvPr>
            <p:ph type="body" sz="quarter" idx="23" hasCustomPrompt="1"/>
          </p:nvPr>
        </p:nvSpPr>
        <p:spPr>
          <a:xfrm>
            <a:off x="6411892" y="2774313"/>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a:t>Click to add text</a:t>
            </a:r>
          </a:p>
        </p:txBody>
      </p:sp>
      <p:sp>
        <p:nvSpPr>
          <p:cNvPr id="49" name="Text Placeholder 14">
            <a:extLst>
              <a:ext uri="{FF2B5EF4-FFF2-40B4-BE49-F238E27FC236}">
                <a16:creationId xmlns:a16="http://schemas.microsoft.com/office/drawing/2014/main" id="{A60753DF-99A3-4BAF-AA47-4AD0BEAEAEDD}"/>
              </a:ext>
            </a:extLst>
          </p:cNvPr>
          <p:cNvSpPr>
            <a:spLocks noGrp="1"/>
          </p:cNvSpPr>
          <p:nvPr>
            <p:ph type="body" sz="quarter" idx="24" hasCustomPrompt="1"/>
          </p:nvPr>
        </p:nvSpPr>
        <p:spPr>
          <a:xfrm>
            <a:off x="7201307" y="2774313"/>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a:t>Click to add text</a:t>
            </a:r>
          </a:p>
        </p:txBody>
      </p:sp>
      <p:sp>
        <p:nvSpPr>
          <p:cNvPr id="50" name="Text Placeholder 14">
            <a:extLst>
              <a:ext uri="{FF2B5EF4-FFF2-40B4-BE49-F238E27FC236}">
                <a16:creationId xmlns:a16="http://schemas.microsoft.com/office/drawing/2014/main" id="{470DC77E-070B-46BC-B95C-A323D9EEC9D5}"/>
              </a:ext>
            </a:extLst>
          </p:cNvPr>
          <p:cNvSpPr>
            <a:spLocks noGrp="1"/>
          </p:cNvSpPr>
          <p:nvPr>
            <p:ph type="body" sz="quarter" idx="25" hasCustomPrompt="1"/>
          </p:nvPr>
        </p:nvSpPr>
        <p:spPr>
          <a:xfrm>
            <a:off x="7990722" y="2774313"/>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a:t>Click to add text</a:t>
            </a:r>
          </a:p>
        </p:txBody>
      </p:sp>
      <p:sp>
        <p:nvSpPr>
          <p:cNvPr id="51" name="Text Placeholder 14">
            <a:extLst>
              <a:ext uri="{FF2B5EF4-FFF2-40B4-BE49-F238E27FC236}">
                <a16:creationId xmlns:a16="http://schemas.microsoft.com/office/drawing/2014/main" id="{E7D1C36D-258C-4B31-95BB-6C0127AEEACB}"/>
              </a:ext>
            </a:extLst>
          </p:cNvPr>
          <p:cNvSpPr>
            <a:spLocks noGrp="1"/>
          </p:cNvSpPr>
          <p:nvPr>
            <p:ph type="body" sz="quarter" idx="26" hasCustomPrompt="1"/>
          </p:nvPr>
        </p:nvSpPr>
        <p:spPr>
          <a:xfrm>
            <a:off x="8780137" y="2774313"/>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a:t>Click to add text</a:t>
            </a:r>
          </a:p>
        </p:txBody>
      </p:sp>
      <p:sp>
        <p:nvSpPr>
          <p:cNvPr id="52" name="Text Placeholder 14">
            <a:extLst>
              <a:ext uri="{FF2B5EF4-FFF2-40B4-BE49-F238E27FC236}">
                <a16:creationId xmlns:a16="http://schemas.microsoft.com/office/drawing/2014/main" id="{214A7064-793B-4F30-9A33-42069EF60489}"/>
              </a:ext>
            </a:extLst>
          </p:cNvPr>
          <p:cNvSpPr>
            <a:spLocks noGrp="1"/>
          </p:cNvSpPr>
          <p:nvPr>
            <p:ph type="body" sz="quarter" idx="27" hasCustomPrompt="1"/>
          </p:nvPr>
        </p:nvSpPr>
        <p:spPr>
          <a:xfrm>
            <a:off x="9569552" y="2774313"/>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a:t>Click to add text</a:t>
            </a:r>
          </a:p>
        </p:txBody>
      </p:sp>
      <p:sp>
        <p:nvSpPr>
          <p:cNvPr id="53" name="Text Placeholder 14">
            <a:extLst>
              <a:ext uri="{FF2B5EF4-FFF2-40B4-BE49-F238E27FC236}">
                <a16:creationId xmlns:a16="http://schemas.microsoft.com/office/drawing/2014/main" id="{5868F5A5-3ED0-4C78-A557-F4B94B123D9B}"/>
              </a:ext>
            </a:extLst>
          </p:cNvPr>
          <p:cNvSpPr>
            <a:spLocks noGrp="1"/>
          </p:cNvSpPr>
          <p:nvPr>
            <p:ph type="body" sz="quarter" idx="28" hasCustomPrompt="1"/>
          </p:nvPr>
        </p:nvSpPr>
        <p:spPr>
          <a:xfrm>
            <a:off x="10358963" y="2774313"/>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a:t>Click to add text</a:t>
            </a:r>
          </a:p>
        </p:txBody>
      </p:sp>
      <p:sp>
        <p:nvSpPr>
          <p:cNvPr id="124" name="Text Placeholder 14">
            <a:extLst>
              <a:ext uri="{FF2B5EF4-FFF2-40B4-BE49-F238E27FC236}">
                <a16:creationId xmlns:a16="http://schemas.microsoft.com/office/drawing/2014/main" id="{A727AB6E-B8DB-4DE5-BF92-3EDCA58B0CD4}"/>
              </a:ext>
            </a:extLst>
          </p:cNvPr>
          <p:cNvSpPr>
            <a:spLocks noGrp="1"/>
          </p:cNvSpPr>
          <p:nvPr>
            <p:ph type="body" sz="quarter" idx="46" hasCustomPrompt="1"/>
          </p:nvPr>
        </p:nvSpPr>
        <p:spPr>
          <a:xfrm>
            <a:off x="1992423" y="3563114"/>
            <a:ext cx="1440088" cy="586248"/>
          </a:xfrm>
          <a:prstGeom prst="rect">
            <a:avLst/>
          </a:prstGeom>
        </p:spPr>
        <p:txBody>
          <a:bodyPr anchor="ctr"/>
          <a:lstStyle>
            <a:lvl1pPr marL="0" indent="0" algn="ctr">
              <a:lnSpc>
                <a:spcPct val="100000"/>
              </a:lnSpc>
              <a:spcBef>
                <a:spcPts val="0"/>
              </a:spcBef>
              <a:buNone/>
              <a:defRPr sz="1400" cap="none" spc="0" baseline="0">
                <a:solidFill>
                  <a:schemeClr val="bg1"/>
                </a:solidFill>
                <a:latin typeface="+mn-lt"/>
              </a:defRPr>
            </a:lvl1pPr>
          </a:lstStyle>
          <a:p>
            <a:pPr lvl="0"/>
            <a:r>
              <a:rPr lang="en-US"/>
              <a:t>Click to add text</a:t>
            </a:r>
          </a:p>
        </p:txBody>
      </p:sp>
      <p:sp>
        <p:nvSpPr>
          <p:cNvPr id="125" name="Text Placeholder 14">
            <a:extLst>
              <a:ext uri="{FF2B5EF4-FFF2-40B4-BE49-F238E27FC236}">
                <a16:creationId xmlns:a16="http://schemas.microsoft.com/office/drawing/2014/main" id="{9E6A60C5-3054-4500-AE04-5766330FED67}"/>
              </a:ext>
            </a:extLst>
          </p:cNvPr>
          <p:cNvSpPr>
            <a:spLocks noGrp="1"/>
          </p:cNvSpPr>
          <p:nvPr>
            <p:ph type="body" sz="quarter" idx="47" hasCustomPrompt="1"/>
          </p:nvPr>
        </p:nvSpPr>
        <p:spPr>
          <a:xfrm>
            <a:off x="5939498" y="3563114"/>
            <a:ext cx="1440088" cy="586248"/>
          </a:xfrm>
          <a:prstGeom prst="rect">
            <a:avLst/>
          </a:prstGeom>
        </p:spPr>
        <p:txBody>
          <a:bodyPr anchor="ctr"/>
          <a:lstStyle>
            <a:lvl1pPr marL="0" indent="0" algn="ctr">
              <a:lnSpc>
                <a:spcPct val="100000"/>
              </a:lnSpc>
              <a:spcBef>
                <a:spcPts val="0"/>
              </a:spcBef>
              <a:buNone/>
              <a:defRPr sz="1400" b="1" cap="none" spc="0" baseline="0">
                <a:solidFill>
                  <a:schemeClr val="accent6"/>
                </a:solidFill>
                <a:latin typeface="+mn-lt"/>
              </a:defRPr>
            </a:lvl1pPr>
          </a:lstStyle>
          <a:p>
            <a:pPr lvl="0"/>
            <a:r>
              <a:rPr lang="en-US"/>
              <a:t>Click to add text</a:t>
            </a:r>
          </a:p>
        </p:txBody>
      </p:sp>
      <p:sp>
        <p:nvSpPr>
          <p:cNvPr id="126" name="Text Placeholder 14">
            <a:extLst>
              <a:ext uri="{FF2B5EF4-FFF2-40B4-BE49-F238E27FC236}">
                <a16:creationId xmlns:a16="http://schemas.microsoft.com/office/drawing/2014/main" id="{3984C0A5-C9AE-4249-8578-A0909B41B459}"/>
              </a:ext>
            </a:extLst>
          </p:cNvPr>
          <p:cNvSpPr>
            <a:spLocks noGrp="1"/>
          </p:cNvSpPr>
          <p:nvPr>
            <p:ph type="body" sz="quarter" idx="48" hasCustomPrompt="1"/>
          </p:nvPr>
        </p:nvSpPr>
        <p:spPr>
          <a:xfrm>
            <a:off x="9886573" y="3563114"/>
            <a:ext cx="1440088" cy="586248"/>
          </a:xfrm>
          <a:prstGeom prst="rect">
            <a:avLst/>
          </a:prstGeom>
        </p:spPr>
        <p:txBody>
          <a:bodyPr anchor="ctr"/>
          <a:lstStyle>
            <a:lvl1pPr marL="0" indent="0" algn="ctr">
              <a:lnSpc>
                <a:spcPct val="100000"/>
              </a:lnSpc>
              <a:spcBef>
                <a:spcPts val="0"/>
              </a:spcBef>
              <a:buNone/>
              <a:defRPr sz="1400" cap="none" spc="0" baseline="0">
                <a:solidFill>
                  <a:schemeClr val="bg1"/>
                </a:solidFill>
                <a:latin typeface="+mn-lt"/>
              </a:defRPr>
            </a:lvl1pPr>
          </a:lstStyle>
          <a:p>
            <a:pPr lvl="0"/>
            <a:r>
              <a:rPr lang="en-US"/>
              <a:t>Click to add text</a:t>
            </a:r>
          </a:p>
        </p:txBody>
      </p:sp>
      <p:sp>
        <p:nvSpPr>
          <p:cNvPr id="114" name="Text Placeholder 14">
            <a:extLst>
              <a:ext uri="{FF2B5EF4-FFF2-40B4-BE49-F238E27FC236}">
                <a16:creationId xmlns:a16="http://schemas.microsoft.com/office/drawing/2014/main" id="{4C9A8467-48EB-4C64-8A54-0526649B91A3}"/>
              </a:ext>
            </a:extLst>
          </p:cNvPr>
          <p:cNvSpPr>
            <a:spLocks noGrp="1"/>
          </p:cNvSpPr>
          <p:nvPr>
            <p:ph type="body" sz="quarter" idx="42" hasCustomPrompt="1"/>
          </p:nvPr>
        </p:nvSpPr>
        <p:spPr>
          <a:xfrm>
            <a:off x="505322" y="4134112"/>
            <a:ext cx="1194201" cy="501726"/>
          </a:xfrm>
          <a:prstGeom prst="rect">
            <a:avLst/>
          </a:prstGeom>
        </p:spPr>
        <p:txBody>
          <a:bodyPr anchor="ctr"/>
          <a:lstStyle>
            <a:lvl1pPr marL="0" indent="0" algn="ctr">
              <a:buNone/>
              <a:defRPr sz="1800" cap="none" spc="200" baseline="0">
                <a:solidFill>
                  <a:schemeClr val="accent6"/>
                </a:solidFill>
                <a:latin typeface="+mj-lt"/>
              </a:defRPr>
            </a:lvl1pPr>
          </a:lstStyle>
          <a:p>
            <a:pPr lvl="0"/>
            <a:r>
              <a:rPr lang="en-US"/>
              <a:t>Add year</a:t>
            </a:r>
          </a:p>
        </p:txBody>
      </p:sp>
      <p:sp>
        <p:nvSpPr>
          <p:cNvPr id="66" name="Text Placeholder 14">
            <a:extLst>
              <a:ext uri="{FF2B5EF4-FFF2-40B4-BE49-F238E27FC236}">
                <a16:creationId xmlns:a16="http://schemas.microsoft.com/office/drawing/2014/main" id="{11C267AB-B4C6-4059-B2A8-DCF715B29ECE}"/>
              </a:ext>
            </a:extLst>
          </p:cNvPr>
          <p:cNvSpPr>
            <a:spLocks noGrp="1"/>
          </p:cNvSpPr>
          <p:nvPr>
            <p:ph type="body" sz="quarter" idx="29" hasCustomPrompt="1"/>
          </p:nvPr>
        </p:nvSpPr>
        <p:spPr>
          <a:xfrm>
            <a:off x="1675402" y="4476140"/>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a:t>Click to add text</a:t>
            </a:r>
          </a:p>
        </p:txBody>
      </p:sp>
      <p:sp>
        <p:nvSpPr>
          <p:cNvPr id="67" name="Text Placeholder 14">
            <a:extLst>
              <a:ext uri="{FF2B5EF4-FFF2-40B4-BE49-F238E27FC236}">
                <a16:creationId xmlns:a16="http://schemas.microsoft.com/office/drawing/2014/main" id="{3BF85ABF-DD16-49D4-9DD2-C35A92EAFE3A}"/>
              </a:ext>
            </a:extLst>
          </p:cNvPr>
          <p:cNvSpPr>
            <a:spLocks noGrp="1"/>
          </p:cNvSpPr>
          <p:nvPr>
            <p:ph type="body" sz="quarter" idx="30" hasCustomPrompt="1"/>
          </p:nvPr>
        </p:nvSpPr>
        <p:spPr>
          <a:xfrm>
            <a:off x="2464817" y="4476140"/>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a:t>Click to add text</a:t>
            </a:r>
          </a:p>
        </p:txBody>
      </p:sp>
      <p:sp>
        <p:nvSpPr>
          <p:cNvPr id="68" name="Text Placeholder 14">
            <a:extLst>
              <a:ext uri="{FF2B5EF4-FFF2-40B4-BE49-F238E27FC236}">
                <a16:creationId xmlns:a16="http://schemas.microsoft.com/office/drawing/2014/main" id="{997C6187-BB2F-413C-AC7B-BBAA249AFD0A}"/>
              </a:ext>
            </a:extLst>
          </p:cNvPr>
          <p:cNvSpPr>
            <a:spLocks noGrp="1"/>
          </p:cNvSpPr>
          <p:nvPr>
            <p:ph type="body" sz="quarter" idx="31" hasCustomPrompt="1"/>
          </p:nvPr>
        </p:nvSpPr>
        <p:spPr>
          <a:xfrm>
            <a:off x="3254232" y="4476140"/>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a:t>Click to add text</a:t>
            </a:r>
          </a:p>
        </p:txBody>
      </p:sp>
      <p:sp>
        <p:nvSpPr>
          <p:cNvPr id="69" name="Text Placeholder 14">
            <a:extLst>
              <a:ext uri="{FF2B5EF4-FFF2-40B4-BE49-F238E27FC236}">
                <a16:creationId xmlns:a16="http://schemas.microsoft.com/office/drawing/2014/main" id="{96C1DC7A-93B1-4894-AD2D-AC636AC3DABF}"/>
              </a:ext>
            </a:extLst>
          </p:cNvPr>
          <p:cNvSpPr>
            <a:spLocks noGrp="1"/>
          </p:cNvSpPr>
          <p:nvPr>
            <p:ph type="body" sz="quarter" idx="32" hasCustomPrompt="1"/>
          </p:nvPr>
        </p:nvSpPr>
        <p:spPr>
          <a:xfrm>
            <a:off x="4043647" y="4476140"/>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a:t>Click to add text</a:t>
            </a:r>
          </a:p>
        </p:txBody>
      </p:sp>
      <p:sp>
        <p:nvSpPr>
          <p:cNvPr id="70" name="Text Placeholder 14">
            <a:extLst>
              <a:ext uri="{FF2B5EF4-FFF2-40B4-BE49-F238E27FC236}">
                <a16:creationId xmlns:a16="http://schemas.microsoft.com/office/drawing/2014/main" id="{872C35DC-A640-4C27-A87F-380E7440F3F2}"/>
              </a:ext>
            </a:extLst>
          </p:cNvPr>
          <p:cNvSpPr>
            <a:spLocks noGrp="1"/>
          </p:cNvSpPr>
          <p:nvPr>
            <p:ph type="body" sz="quarter" idx="33" hasCustomPrompt="1"/>
          </p:nvPr>
        </p:nvSpPr>
        <p:spPr>
          <a:xfrm>
            <a:off x="4833062" y="4476140"/>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a:t>Click to add text</a:t>
            </a:r>
          </a:p>
        </p:txBody>
      </p:sp>
      <p:sp>
        <p:nvSpPr>
          <p:cNvPr id="71" name="Text Placeholder 14">
            <a:extLst>
              <a:ext uri="{FF2B5EF4-FFF2-40B4-BE49-F238E27FC236}">
                <a16:creationId xmlns:a16="http://schemas.microsoft.com/office/drawing/2014/main" id="{02969206-EA35-4C29-B0EB-3FF5636A8AB9}"/>
              </a:ext>
            </a:extLst>
          </p:cNvPr>
          <p:cNvSpPr>
            <a:spLocks noGrp="1"/>
          </p:cNvSpPr>
          <p:nvPr>
            <p:ph type="body" sz="quarter" idx="34" hasCustomPrompt="1"/>
          </p:nvPr>
        </p:nvSpPr>
        <p:spPr>
          <a:xfrm>
            <a:off x="5622477" y="4476140"/>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a:t>Click to add text</a:t>
            </a:r>
          </a:p>
        </p:txBody>
      </p:sp>
      <p:sp>
        <p:nvSpPr>
          <p:cNvPr id="72" name="Text Placeholder 14">
            <a:extLst>
              <a:ext uri="{FF2B5EF4-FFF2-40B4-BE49-F238E27FC236}">
                <a16:creationId xmlns:a16="http://schemas.microsoft.com/office/drawing/2014/main" id="{79B642F3-327B-4AF1-85D8-5BE8BA286A17}"/>
              </a:ext>
            </a:extLst>
          </p:cNvPr>
          <p:cNvSpPr>
            <a:spLocks noGrp="1"/>
          </p:cNvSpPr>
          <p:nvPr>
            <p:ph type="body" sz="quarter" idx="35" hasCustomPrompt="1"/>
          </p:nvPr>
        </p:nvSpPr>
        <p:spPr>
          <a:xfrm>
            <a:off x="6411892" y="4476140"/>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a:t>Click to add text</a:t>
            </a:r>
          </a:p>
        </p:txBody>
      </p:sp>
      <p:sp>
        <p:nvSpPr>
          <p:cNvPr id="73" name="Text Placeholder 14">
            <a:extLst>
              <a:ext uri="{FF2B5EF4-FFF2-40B4-BE49-F238E27FC236}">
                <a16:creationId xmlns:a16="http://schemas.microsoft.com/office/drawing/2014/main" id="{0D45BD78-6B19-4D6A-A164-2017ABC78369}"/>
              </a:ext>
            </a:extLst>
          </p:cNvPr>
          <p:cNvSpPr>
            <a:spLocks noGrp="1"/>
          </p:cNvSpPr>
          <p:nvPr>
            <p:ph type="body" sz="quarter" idx="36" hasCustomPrompt="1"/>
          </p:nvPr>
        </p:nvSpPr>
        <p:spPr>
          <a:xfrm>
            <a:off x="7201307" y="4476140"/>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a:t>Click to add text</a:t>
            </a:r>
          </a:p>
        </p:txBody>
      </p:sp>
      <p:sp>
        <p:nvSpPr>
          <p:cNvPr id="74" name="Text Placeholder 14">
            <a:extLst>
              <a:ext uri="{FF2B5EF4-FFF2-40B4-BE49-F238E27FC236}">
                <a16:creationId xmlns:a16="http://schemas.microsoft.com/office/drawing/2014/main" id="{494676D6-C880-49A1-B83E-2D632934D666}"/>
              </a:ext>
            </a:extLst>
          </p:cNvPr>
          <p:cNvSpPr>
            <a:spLocks noGrp="1"/>
          </p:cNvSpPr>
          <p:nvPr>
            <p:ph type="body" sz="quarter" idx="37" hasCustomPrompt="1"/>
          </p:nvPr>
        </p:nvSpPr>
        <p:spPr>
          <a:xfrm>
            <a:off x="7990722" y="4476140"/>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a:t>Click to add text</a:t>
            </a:r>
          </a:p>
        </p:txBody>
      </p:sp>
      <p:sp>
        <p:nvSpPr>
          <p:cNvPr id="75" name="Text Placeholder 14">
            <a:extLst>
              <a:ext uri="{FF2B5EF4-FFF2-40B4-BE49-F238E27FC236}">
                <a16:creationId xmlns:a16="http://schemas.microsoft.com/office/drawing/2014/main" id="{0C07048D-5DEB-4348-8A16-DB77BE49097C}"/>
              </a:ext>
            </a:extLst>
          </p:cNvPr>
          <p:cNvSpPr>
            <a:spLocks noGrp="1"/>
          </p:cNvSpPr>
          <p:nvPr>
            <p:ph type="body" sz="quarter" idx="38" hasCustomPrompt="1"/>
          </p:nvPr>
        </p:nvSpPr>
        <p:spPr>
          <a:xfrm>
            <a:off x="8780137" y="4476140"/>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a:t>Click to add text</a:t>
            </a:r>
          </a:p>
        </p:txBody>
      </p:sp>
      <p:sp>
        <p:nvSpPr>
          <p:cNvPr id="76" name="Text Placeholder 14">
            <a:extLst>
              <a:ext uri="{FF2B5EF4-FFF2-40B4-BE49-F238E27FC236}">
                <a16:creationId xmlns:a16="http://schemas.microsoft.com/office/drawing/2014/main" id="{DCED3D6A-EF8C-4F42-B23B-30ED2C33EAB6}"/>
              </a:ext>
            </a:extLst>
          </p:cNvPr>
          <p:cNvSpPr>
            <a:spLocks noGrp="1"/>
          </p:cNvSpPr>
          <p:nvPr>
            <p:ph type="body" sz="quarter" idx="39" hasCustomPrompt="1"/>
          </p:nvPr>
        </p:nvSpPr>
        <p:spPr>
          <a:xfrm>
            <a:off x="9569552" y="4476140"/>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a:t>Click to add text</a:t>
            </a:r>
          </a:p>
        </p:txBody>
      </p:sp>
      <p:sp>
        <p:nvSpPr>
          <p:cNvPr id="77" name="Text Placeholder 14">
            <a:extLst>
              <a:ext uri="{FF2B5EF4-FFF2-40B4-BE49-F238E27FC236}">
                <a16:creationId xmlns:a16="http://schemas.microsoft.com/office/drawing/2014/main" id="{E966B469-8508-4732-8A0A-58429BD0E7BE}"/>
              </a:ext>
            </a:extLst>
          </p:cNvPr>
          <p:cNvSpPr>
            <a:spLocks noGrp="1"/>
          </p:cNvSpPr>
          <p:nvPr>
            <p:ph type="body" sz="quarter" idx="40" hasCustomPrompt="1"/>
          </p:nvPr>
        </p:nvSpPr>
        <p:spPr>
          <a:xfrm>
            <a:off x="10358963" y="4476140"/>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a:t>Click to add text</a:t>
            </a:r>
          </a:p>
        </p:txBody>
      </p:sp>
      <p:grpSp>
        <p:nvGrpSpPr>
          <p:cNvPr id="101" name="Group 100">
            <a:extLst>
              <a:ext uri="{FF2B5EF4-FFF2-40B4-BE49-F238E27FC236}">
                <a16:creationId xmlns:a16="http://schemas.microsoft.com/office/drawing/2014/main" id="{97A40874-7B89-4A5D-9562-21D6994C3946}"/>
              </a:ext>
              <a:ext uri="{C183D7F6-B498-43B3-948B-1728B52AA6E4}">
                <adec:decorative xmlns:adec="http://schemas.microsoft.com/office/drawing/2017/decorative" val="1"/>
              </a:ext>
            </a:extLst>
          </p:cNvPr>
          <p:cNvGrpSpPr/>
          <p:nvPr userDrawn="1"/>
        </p:nvGrpSpPr>
        <p:grpSpPr>
          <a:xfrm>
            <a:off x="2010137" y="4391183"/>
            <a:ext cx="8510121" cy="0"/>
            <a:chOff x="1504814" y="2488864"/>
            <a:chExt cx="8510121" cy="0"/>
          </a:xfrm>
        </p:grpSpPr>
        <p:cxnSp>
          <p:nvCxnSpPr>
            <p:cNvPr id="102" name="Straight Connector 101">
              <a:extLst>
                <a:ext uri="{FF2B5EF4-FFF2-40B4-BE49-F238E27FC236}">
                  <a16:creationId xmlns:a16="http://schemas.microsoft.com/office/drawing/2014/main" id="{32860379-5BA3-4D4F-BAC0-C7783F7552D4}"/>
                </a:ext>
              </a:extLst>
            </p:cNvPr>
            <p:cNvCxnSpPr>
              <a:cxnSpLocks/>
            </p:cNvCxnSpPr>
            <p:nvPr userDrawn="1"/>
          </p:nvCxnSpPr>
          <p:spPr>
            <a:xfrm>
              <a:off x="1504814"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DF221EBE-F43A-48CE-8E3D-D0777E2424C4}"/>
                </a:ext>
              </a:extLst>
            </p:cNvPr>
            <p:cNvCxnSpPr>
              <a:cxnSpLocks/>
            </p:cNvCxnSpPr>
            <p:nvPr userDrawn="1"/>
          </p:nvCxnSpPr>
          <p:spPr>
            <a:xfrm>
              <a:off x="2301137"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C70DFAA8-4E1B-45F7-B640-2C00AAC65BA3}"/>
                </a:ext>
              </a:extLst>
            </p:cNvPr>
            <p:cNvCxnSpPr>
              <a:cxnSpLocks/>
            </p:cNvCxnSpPr>
            <p:nvPr userDrawn="1"/>
          </p:nvCxnSpPr>
          <p:spPr>
            <a:xfrm>
              <a:off x="3083776"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067A42DA-2625-4CA8-AEC6-2FBCF01A9278}"/>
                </a:ext>
              </a:extLst>
            </p:cNvPr>
            <p:cNvCxnSpPr>
              <a:cxnSpLocks/>
            </p:cNvCxnSpPr>
            <p:nvPr userDrawn="1"/>
          </p:nvCxnSpPr>
          <p:spPr>
            <a:xfrm>
              <a:off x="3880099"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89B3F7FF-9011-4E3D-9DA2-C144F9B7A5EB}"/>
                </a:ext>
              </a:extLst>
            </p:cNvPr>
            <p:cNvCxnSpPr>
              <a:cxnSpLocks/>
            </p:cNvCxnSpPr>
            <p:nvPr userDrawn="1"/>
          </p:nvCxnSpPr>
          <p:spPr>
            <a:xfrm>
              <a:off x="4655896"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30EEA406-B4BE-4A22-9879-A86700556BEA}"/>
                </a:ext>
              </a:extLst>
            </p:cNvPr>
            <p:cNvCxnSpPr>
              <a:cxnSpLocks/>
            </p:cNvCxnSpPr>
            <p:nvPr userDrawn="1"/>
          </p:nvCxnSpPr>
          <p:spPr>
            <a:xfrm>
              <a:off x="5452219"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F5F5190B-A9FA-4925-81A3-8AF19F70933F}"/>
                </a:ext>
              </a:extLst>
            </p:cNvPr>
            <p:cNvCxnSpPr>
              <a:cxnSpLocks/>
            </p:cNvCxnSpPr>
            <p:nvPr userDrawn="1"/>
          </p:nvCxnSpPr>
          <p:spPr>
            <a:xfrm>
              <a:off x="6234858"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93F58E8B-B6D9-46C2-95B1-755AD7B02890}"/>
                </a:ext>
              </a:extLst>
            </p:cNvPr>
            <p:cNvCxnSpPr>
              <a:cxnSpLocks/>
            </p:cNvCxnSpPr>
            <p:nvPr userDrawn="1"/>
          </p:nvCxnSpPr>
          <p:spPr>
            <a:xfrm>
              <a:off x="7031181"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46BED819-4195-456A-8507-0CC09BDCFEDE}"/>
                </a:ext>
              </a:extLst>
            </p:cNvPr>
            <p:cNvCxnSpPr>
              <a:cxnSpLocks/>
            </p:cNvCxnSpPr>
            <p:nvPr userDrawn="1"/>
          </p:nvCxnSpPr>
          <p:spPr>
            <a:xfrm>
              <a:off x="7813820"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23541D3E-8275-4522-81E7-C83B829D83C1}"/>
                </a:ext>
              </a:extLst>
            </p:cNvPr>
            <p:cNvCxnSpPr>
              <a:cxnSpLocks/>
            </p:cNvCxnSpPr>
            <p:nvPr userDrawn="1"/>
          </p:nvCxnSpPr>
          <p:spPr>
            <a:xfrm>
              <a:off x="8610143"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6CD34DF1-D500-4560-A303-92050A81120A}"/>
                </a:ext>
              </a:extLst>
            </p:cNvPr>
            <p:cNvCxnSpPr>
              <a:cxnSpLocks/>
            </p:cNvCxnSpPr>
            <p:nvPr userDrawn="1"/>
          </p:nvCxnSpPr>
          <p:spPr>
            <a:xfrm>
              <a:off x="9399625"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2" name="Footer Placeholder 15">
            <a:extLst>
              <a:ext uri="{FF2B5EF4-FFF2-40B4-BE49-F238E27FC236}">
                <a16:creationId xmlns:a16="http://schemas.microsoft.com/office/drawing/2014/main" id="{47D7FFC8-D319-4F8D-9F95-39BB21C0EEF6}"/>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a:t>PRESENTATION TITLE</a:t>
            </a:r>
          </a:p>
        </p:txBody>
      </p:sp>
      <p:sp>
        <p:nvSpPr>
          <p:cNvPr id="13" name="Slide Number Placeholder 16">
            <a:extLst>
              <a:ext uri="{FF2B5EF4-FFF2-40B4-BE49-F238E27FC236}">
                <a16:creationId xmlns:a16="http://schemas.microsoft.com/office/drawing/2014/main" id="{8DDD48EC-9DE8-4C43-881A-2597A1DDE271}"/>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a:p>
        </p:txBody>
      </p:sp>
      <p:sp>
        <p:nvSpPr>
          <p:cNvPr id="14" name="Date Placeholder 14">
            <a:extLst>
              <a:ext uri="{FF2B5EF4-FFF2-40B4-BE49-F238E27FC236}">
                <a16:creationId xmlns:a16="http://schemas.microsoft.com/office/drawing/2014/main" id="{650B4D37-2FE8-4F27-8951-CF9D947DBAC5}"/>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a:t>May 21, 20xx</a:t>
            </a:r>
          </a:p>
        </p:txBody>
      </p:sp>
    </p:spTree>
    <p:extLst>
      <p:ext uri="{BB962C8B-B14F-4D97-AF65-F5344CB8AC3E}">
        <p14:creationId xmlns:p14="http://schemas.microsoft.com/office/powerpoint/2010/main" val="16915481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inancials">
    <p:spTree>
      <p:nvGrpSpPr>
        <p:cNvPr id="1" name=""/>
        <p:cNvGrpSpPr/>
        <p:nvPr/>
      </p:nvGrpSpPr>
      <p:grpSpPr>
        <a:xfrm>
          <a:off x="0" y="0"/>
          <a:ext cx="0" cy="0"/>
          <a:chOff x="0" y="0"/>
          <a:chExt cx="0" cy="0"/>
        </a:xfrm>
      </p:grpSpPr>
      <p:pic>
        <p:nvPicPr>
          <p:cNvPr id="18" name="Graphic 17">
            <a:extLst>
              <a:ext uri="{FF2B5EF4-FFF2-40B4-BE49-F238E27FC236}">
                <a16:creationId xmlns:a16="http://schemas.microsoft.com/office/drawing/2014/main" id="{0ADA1982-C216-4747-ACCC-39BC3F50B10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FFCD2AA7-E8A5-43C8-A284-AB4951189DBB}"/>
              </a:ext>
            </a:extLst>
          </p:cNvPr>
          <p:cNvSpPr>
            <a:spLocks noGrp="1"/>
          </p:cNvSpPr>
          <p:nvPr>
            <p:ph type="title" hasCustomPrompt="1"/>
          </p:nvPr>
        </p:nvSpPr>
        <p:spPr>
          <a:xfrm>
            <a:off x="692949" y="527542"/>
            <a:ext cx="6922876" cy="687834"/>
          </a:xfrm>
          <a:prstGeom prst="rect">
            <a:avLst/>
          </a:prstGeom>
        </p:spPr>
        <p:txBody>
          <a:bodyPr/>
          <a:lstStyle>
            <a:lvl1pPr>
              <a:defRPr sz="2800" cap="all" spc="400" baseline="0">
                <a:solidFill>
                  <a:schemeClr val="bg1"/>
                </a:solidFill>
              </a:defRPr>
            </a:lvl1pPr>
          </a:lstStyle>
          <a:p>
            <a:r>
              <a:rPr lang="en-US"/>
              <a:t>Click to add title</a:t>
            </a:r>
          </a:p>
        </p:txBody>
      </p:sp>
      <p:sp>
        <p:nvSpPr>
          <p:cNvPr id="4" name="Content Placeholder 3">
            <a:extLst>
              <a:ext uri="{FF2B5EF4-FFF2-40B4-BE49-F238E27FC236}">
                <a16:creationId xmlns:a16="http://schemas.microsoft.com/office/drawing/2014/main" id="{D1D681FF-F6BE-41D5-AE6C-B4110384B0F4}"/>
              </a:ext>
            </a:extLst>
          </p:cNvPr>
          <p:cNvSpPr>
            <a:spLocks noGrp="1"/>
          </p:cNvSpPr>
          <p:nvPr>
            <p:ph sz="quarter" idx="10"/>
          </p:nvPr>
        </p:nvSpPr>
        <p:spPr>
          <a:xfrm>
            <a:off x="693738" y="1128713"/>
            <a:ext cx="7654925" cy="5068887"/>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15">
            <a:extLst>
              <a:ext uri="{FF2B5EF4-FFF2-40B4-BE49-F238E27FC236}">
                <a16:creationId xmlns:a16="http://schemas.microsoft.com/office/drawing/2014/main" id="{A60E8AF0-85D7-4035-8301-57B3B4977F94}"/>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effectLst>
                  <a:outerShdw blurRad="38100" dist="38100" dir="2700000" algn="tl">
                    <a:srgbClr val="000000">
                      <a:alpha val="43137"/>
                    </a:srgbClr>
                  </a:outerShdw>
                </a:effectLst>
                <a:latin typeface="+mj-lt"/>
              </a:defRPr>
            </a:lvl1pPr>
          </a:lstStyle>
          <a:p>
            <a:r>
              <a:rPr lang="en-US"/>
              <a:t>PRESENTATION TITLE</a:t>
            </a:r>
          </a:p>
        </p:txBody>
      </p:sp>
      <p:sp>
        <p:nvSpPr>
          <p:cNvPr id="13" name="Slide Number Placeholder 16">
            <a:extLst>
              <a:ext uri="{FF2B5EF4-FFF2-40B4-BE49-F238E27FC236}">
                <a16:creationId xmlns:a16="http://schemas.microsoft.com/office/drawing/2014/main" id="{481785BD-DC42-4BBE-8C62-BCE6F0EA47BD}"/>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1"/>
                </a:solidFill>
                <a:effectLst>
                  <a:outerShdw blurRad="38100" dist="38100" dir="2700000" algn="tl">
                    <a:srgbClr val="000000">
                      <a:alpha val="43137"/>
                    </a:srgbClr>
                  </a:outerShdw>
                </a:effectLst>
                <a:latin typeface="+mn-lt"/>
              </a:defRPr>
            </a:lvl1pPr>
          </a:lstStyle>
          <a:p>
            <a:pPr>
              <a:defRPr/>
            </a:pPr>
            <a:fld id="{8D1FC6F8-0BCD-47E9-9C64-690771D9C143}" type="slidenum">
              <a:rPr lang="en-US" smtClean="0"/>
              <a:pPr>
                <a:defRPr/>
              </a:pPr>
              <a:t>‹#›</a:t>
            </a:fld>
            <a:endParaRPr lang="en-US"/>
          </a:p>
        </p:txBody>
      </p:sp>
      <p:sp>
        <p:nvSpPr>
          <p:cNvPr id="14" name="Date Placeholder 14">
            <a:extLst>
              <a:ext uri="{FF2B5EF4-FFF2-40B4-BE49-F238E27FC236}">
                <a16:creationId xmlns:a16="http://schemas.microsoft.com/office/drawing/2014/main" id="{E7886D57-8CCD-43A4-AA49-E96D2EE3EB83}"/>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effectLst>
                  <a:outerShdw blurRad="38100" dist="38100" dir="2700000" algn="tl">
                    <a:srgbClr val="000000">
                      <a:alpha val="43137"/>
                    </a:srgbClr>
                  </a:outerShdw>
                </a:effectLst>
                <a:latin typeface="+mj-lt"/>
              </a:defRPr>
            </a:lvl1pPr>
          </a:lstStyle>
          <a:p>
            <a:pPr>
              <a:defRPr/>
            </a:pPr>
            <a:r>
              <a:rPr lang="en-US" cap="all"/>
              <a:t>May 21, 20xx</a:t>
            </a:r>
          </a:p>
        </p:txBody>
      </p:sp>
    </p:spTree>
    <p:extLst>
      <p:ext uri="{BB962C8B-B14F-4D97-AF65-F5344CB8AC3E}">
        <p14:creationId xmlns:p14="http://schemas.microsoft.com/office/powerpoint/2010/main" val="10367910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Meet The Team 4-Up">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6F8B9974-85ED-46AA-8617-AC54C847B6B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1"/>
            <a:ext cx="12205220" cy="6858001"/>
          </a:xfrm>
          <a:prstGeom prst="rect">
            <a:avLst/>
          </a:prstGeom>
        </p:spPr>
      </p:pic>
      <p:sp>
        <p:nvSpPr>
          <p:cNvPr id="2" name="Title 1">
            <a:extLst>
              <a:ext uri="{FF2B5EF4-FFF2-40B4-BE49-F238E27FC236}">
                <a16:creationId xmlns:a16="http://schemas.microsoft.com/office/drawing/2014/main" id="{EB6F28C4-DD1C-4E63-87E8-D76D85414CE0}"/>
              </a:ext>
            </a:extLst>
          </p:cNvPr>
          <p:cNvSpPr>
            <a:spLocks noGrp="1"/>
          </p:cNvSpPr>
          <p:nvPr>
            <p:ph type="title" hasCustomPrompt="1"/>
          </p:nvPr>
        </p:nvSpPr>
        <p:spPr>
          <a:xfrm>
            <a:off x="655858" y="2377440"/>
            <a:ext cx="1939480" cy="2115505"/>
          </a:xfrm>
          <a:prstGeom prst="rect">
            <a:avLst/>
          </a:prstGeom>
        </p:spPr>
        <p:txBody>
          <a:bodyPr anchor="ctr"/>
          <a:lstStyle>
            <a:lvl1pPr algn="ctr">
              <a:defRPr sz="2800" cap="all" spc="400" baseline="0">
                <a:solidFill>
                  <a:schemeClr val="bg1"/>
                </a:solidFill>
              </a:defRPr>
            </a:lvl1pPr>
          </a:lstStyle>
          <a:p>
            <a:r>
              <a:rPr lang="en-US"/>
              <a:t>Click to add title</a:t>
            </a:r>
          </a:p>
        </p:txBody>
      </p:sp>
      <p:sp>
        <p:nvSpPr>
          <p:cNvPr id="14" name="Picture Placeholder 9">
            <a:extLst>
              <a:ext uri="{FF2B5EF4-FFF2-40B4-BE49-F238E27FC236}">
                <a16:creationId xmlns:a16="http://schemas.microsoft.com/office/drawing/2014/main" id="{3987B23C-61B9-4A48-AD36-5E284812C449}"/>
              </a:ext>
            </a:extLst>
          </p:cNvPr>
          <p:cNvSpPr>
            <a:spLocks noGrp="1"/>
          </p:cNvSpPr>
          <p:nvPr>
            <p:ph type="pic" sz="quarter" idx="16" hasCustomPrompt="1"/>
          </p:nvPr>
        </p:nvSpPr>
        <p:spPr>
          <a:xfrm>
            <a:off x="3088220" y="2599422"/>
            <a:ext cx="1502806" cy="1502805"/>
          </a:xfrm>
          <a:prstGeom prst="ellipse">
            <a:avLst/>
          </a:prstGeom>
        </p:spPr>
        <p:txBody>
          <a:bodyPr/>
          <a:lstStyle>
            <a:lvl1pPr marL="0" indent="0" algn="ctr">
              <a:buNone/>
              <a:defRPr sz="2400">
                <a:solidFill>
                  <a:schemeClr val="bg1"/>
                </a:solidFill>
              </a:defRPr>
            </a:lvl1pPr>
          </a:lstStyle>
          <a:p>
            <a:r>
              <a:rPr lang="en-US"/>
              <a:t>Click to add photo</a:t>
            </a:r>
          </a:p>
        </p:txBody>
      </p:sp>
      <p:sp>
        <p:nvSpPr>
          <p:cNvPr id="10" name="Picture Placeholder 9">
            <a:extLst>
              <a:ext uri="{FF2B5EF4-FFF2-40B4-BE49-F238E27FC236}">
                <a16:creationId xmlns:a16="http://schemas.microsoft.com/office/drawing/2014/main" id="{CCBD4661-3D71-432B-9308-D2D085BDDDC2}"/>
              </a:ext>
            </a:extLst>
          </p:cNvPr>
          <p:cNvSpPr>
            <a:spLocks noGrp="1"/>
          </p:cNvSpPr>
          <p:nvPr>
            <p:ph type="pic" sz="quarter" idx="15" hasCustomPrompt="1"/>
          </p:nvPr>
        </p:nvSpPr>
        <p:spPr>
          <a:xfrm>
            <a:off x="5190425" y="2599420"/>
            <a:ext cx="1502806" cy="1502805"/>
          </a:xfrm>
          <a:prstGeom prst="ellipse">
            <a:avLst/>
          </a:prstGeom>
        </p:spPr>
        <p:txBody>
          <a:bodyPr/>
          <a:lstStyle>
            <a:lvl1pPr marL="0" indent="0" algn="ctr">
              <a:buNone/>
              <a:defRPr sz="2400">
                <a:solidFill>
                  <a:schemeClr val="bg1"/>
                </a:solidFill>
              </a:defRPr>
            </a:lvl1pPr>
          </a:lstStyle>
          <a:p>
            <a:r>
              <a:rPr lang="en-US"/>
              <a:t>Click to add photo</a:t>
            </a:r>
          </a:p>
        </p:txBody>
      </p:sp>
      <p:sp>
        <p:nvSpPr>
          <p:cNvPr id="17" name="Picture Placeholder 9">
            <a:extLst>
              <a:ext uri="{FF2B5EF4-FFF2-40B4-BE49-F238E27FC236}">
                <a16:creationId xmlns:a16="http://schemas.microsoft.com/office/drawing/2014/main" id="{F89712B5-4C74-4247-B444-43F116D582EB}"/>
              </a:ext>
            </a:extLst>
          </p:cNvPr>
          <p:cNvSpPr>
            <a:spLocks noGrp="1"/>
          </p:cNvSpPr>
          <p:nvPr>
            <p:ph type="pic" sz="quarter" idx="18" hasCustomPrompt="1"/>
          </p:nvPr>
        </p:nvSpPr>
        <p:spPr>
          <a:xfrm>
            <a:off x="7291629" y="2599420"/>
            <a:ext cx="1502806" cy="1502805"/>
          </a:xfrm>
          <a:prstGeom prst="ellipse">
            <a:avLst/>
          </a:prstGeom>
        </p:spPr>
        <p:txBody>
          <a:bodyPr/>
          <a:lstStyle>
            <a:lvl1pPr marL="0" indent="0" algn="ctr">
              <a:buNone/>
              <a:defRPr sz="2400">
                <a:solidFill>
                  <a:schemeClr val="bg1"/>
                </a:solidFill>
              </a:defRPr>
            </a:lvl1pPr>
          </a:lstStyle>
          <a:p>
            <a:r>
              <a:rPr lang="en-US"/>
              <a:t>Click to add photo</a:t>
            </a:r>
          </a:p>
        </p:txBody>
      </p:sp>
      <p:sp>
        <p:nvSpPr>
          <p:cNvPr id="16" name="Picture Placeholder 9">
            <a:extLst>
              <a:ext uri="{FF2B5EF4-FFF2-40B4-BE49-F238E27FC236}">
                <a16:creationId xmlns:a16="http://schemas.microsoft.com/office/drawing/2014/main" id="{33EE5A9D-21AC-4735-98D7-42551FA2C58E}"/>
              </a:ext>
            </a:extLst>
          </p:cNvPr>
          <p:cNvSpPr>
            <a:spLocks noGrp="1"/>
          </p:cNvSpPr>
          <p:nvPr>
            <p:ph type="pic" sz="quarter" idx="17" hasCustomPrompt="1"/>
          </p:nvPr>
        </p:nvSpPr>
        <p:spPr>
          <a:xfrm>
            <a:off x="9387443" y="2599420"/>
            <a:ext cx="1502806" cy="1502805"/>
          </a:xfrm>
          <a:prstGeom prst="ellipse">
            <a:avLst/>
          </a:prstGeom>
        </p:spPr>
        <p:txBody>
          <a:bodyPr/>
          <a:lstStyle>
            <a:lvl1pPr marL="0" indent="0" algn="ctr">
              <a:buNone/>
              <a:defRPr sz="2400">
                <a:solidFill>
                  <a:schemeClr val="bg1"/>
                </a:solidFill>
              </a:defRPr>
            </a:lvl1pPr>
          </a:lstStyle>
          <a:p>
            <a:r>
              <a:rPr lang="en-US"/>
              <a:t>Click to add photo</a:t>
            </a:r>
          </a:p>
        </p:txBody>
      </p:sp>
      <p:sp>
        <p:nvSpPr>
          <p:cNvPr id="18" name="Oval 17">
            <a:extLst>
              <a:ext uri="{FF2B5EF4-FFF2-40B4-BE49-F238E27FC236}">
                <a16:creationId xmlns:a16="http://schemas.microsoft.com/office/drawing/2014/main" id="{5EDBA775-4308-4BDB-B966-8167F3D04FF5}"/>
              </a:ext>
              <a:ext uri="{C183D7F6-B498-43B3-948B-1728B52AA6E4}">
                <adec:decorative xmlns:adec="http://schemas.microsoft.com/office/drawing/2017/decorative" val="1"/>
              </a:ext>
            </a:extLst>
          </p:cNvPr>
          <p:cNvSpPr/>
          <p:nvPr userDrawn="1"/>
        </p:nvSpPr>
        <p:spPr>
          <a:xfrm>
            <a:off x="2975041" y="2486242"/>
            <a:ext cx="1729165" cy="1729165"/>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8BDDB0B0-BDCD-459F-AF20-19E1A7217639}"/>
              </a:ext>
              <a:ext uri="{C183D7F6-B498-43B3-948B-1728B52AA6E4}">
                <adec:decorative xmlns:adec="http://schemas.microsoft.com/office/drawing/2017/decorative" val="1"/>
              </a:ext>
            </a:extLst>
          </p:cNvPr>
          <p:cNvSpPr/>
          <p:nvPr userDrawn="1"/>
        </p:nvSpPr>
        <p:spPr>
          <a:xfrm>
            <a:off x="5077246" y="2486240"/>
            <a:ext cx="1729165" cy="1729165"/>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69A8E9D1-9673-42D1-A573-05CDC9EF884A}"/>
              </a:ext>
              <a:ext uri="{C183D7F6-B498-43B3-948B-1728B52AA6E4}">
                <adec:decorative xmlns:adec="http://schemas.microsoft.com/office/drawing/2017/decorative" val="1"/>
              </a:ext>
            </a:extLst>
          </p:cNvPr>
          <p:cNvSpPr/>
          <p:nvPr userDrawn="1"/>
        </p:nvSpPr>
        <p:spPr>
          <a:xfrm>
            <a:off x="7178450" y="2486240"/>
            <a:ext cx="1729165" cy="1729165"/>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52F851C1-89A7-44A6-8617-10C435FCD396}"/>
              </a:ext>
              <a:ext uri="{C183D7F6-B498-43B3-948B-1728B52AA6E4}">
                <adec:decorative xmlns:adec="http://schemas.microsoft.com/office/drawing/2017/decorative" val="1"/>
              </a:ext>
            </a:extLst>
          </p:cNvPr>
          <p:cNvSpPr/>
          <p:nvPr userDrawn="1"/>
        </p:nvSpPr>
        <p:spPr>
          <a:xfrm>
            <a:off x="9274264" y="2486240"/>
            <a:ext cx="1729165" cy="1729165"/>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 Placeholder 14">
            <a:extLst>
              <a:ext uri="{FF2B5EF4-FFF2-40B4-BE49-F238E27FC236}">
                <a16:creationId xmlns:a16="http://schemas.microsoft.com/office/drawing/2014/main" id="{11C9BE46-D000-4DE5-8AD9-6BFAD927A014}"/>
              </a:ext>
            </a:extLst>
          </p:cNvPr>
          <p:cNvSpPr>
            <a:spLocks noGrp="1"/>
          </p:cNvSpPr>
          <p:nvPr>
            <p:ph type="body" sz="quarter" idx="19" hasCustomPrompt="1"/>
          </p:nvPr>
        </p:nvSpPr>
        <p:spPr>
          <a:xfrm>
            <a:off x="2796727" y="4435583"/>
            <a:ext cx="2085792" cy="274650"/>
          </a:xfrm>
          <a:prstGeom prst="rect">
            <a:avLst/>
          </a:prstGeom>
        </p:spPr>
        <p:txBody>
          <a:bodyPr/>
          <a:lstStyle>
            <a:lvl1pPr marL="0" indent="0" algn="ctr">
              <a:buNone/>
              <a:defRPr sz="1200" cap="all" spc="200" baseline="0">
                <a:solidFill>
                  <a:schemeClr val="accent6"/>
                </a:solidFill>
                <a:latin typeface="+mj-lt"/>
              </a:defRPr>
            </a:lvl1pPr>
          </a:lstStyle>
          <a:p>
            <a:pPr lvl="0"/>
            <a:r>
              <a:rPr lang="en-US"/>
              <a:t>Add Name</a:t>
            </a:r>
          </a:p>
        </p:txBody>
      </p:sp>
      <p:sp>
        <p:nvSpPr>
          <p:cNvPr id="26" name="Text Placeholder 14">
            <a:extLst>
              <a:ext uri="{FF2B5EF4-FFF2-40B4-BE49-F238E27FC236}">
                <a16:creationId xmlns:a16="http://schemas.microsoft.com/office/drawing/2014/main" id="{5773EC03-0830-4EAE-A7B0-38902833DC2F}"/>
              </a:ext>
            </a:extLst>
          </p:cNvPr>
          <p:cNvSpPr>
            <a:spLocks noGrp="1"/>
          </p:cNvSpPr>
          <p:nvPr>
            <p:ph type="body" sz="quarter" idx="20" hasCustomPrompt="1"/>
          </p:nvPr>
        </p:nvSpPr>
        <p:spPr>
          <a:xfrm>
            <a:off x="2896865" y="4661551"/>
            <a:ext cx="1885516" cy="365125"/>
          </a:xfrm>
          <a:prstGeom prst="rect">
            <a:avLst/>
          </a:prstGeom>
        </p:spPr>
        <p:txBody>
          <a:bodyPr/>
          <a:lstStyle>
            <a:lvl1pPr marL="0" indent="0" algn="ctr">
              <a:lnSpc>
                <a:spcPct val="90000"/>
              </a:lnSpc>
              <a:spcBef>
                <a:spcPts val="0"/>
              </a:spcBef>
              <a:buNone/>
              <a:defRPr sz="1000" cap="none" spc="0" baseline="0">
                <a:solidFill>
                  <a:schemeClr val="bg1"/>
                </a:solidFill>
                <a:latin typeface="+mn-lt"/>
              </a:defRPr>
            </a:lvl1pPr>
          </a:lstStyle>
          <a:p>
            <a:pPr lvl="0"/>
            <a:r>
              <a:rPr lang="en-US"/>
              <a:t>Add title</a:t>
            </a:r>
          </a:p>
        </p:txBody>
      </p:sp>
      <p:sp>
        <p:nvSpPr>
          <p:cNvPr id="27" name="Text Placeholder 14">
            <a:extLst>
              <a:ext uri="{FF2B5EF4-FFF2-40B4-BE49-F238E27FC236}">
                <a16:creationId xmlns:a16="http://schemas.microsoft.com/office/drawing/2014/main" id="{32E4889E-0745-4713-90D8-432A681AFCE4}"/>
              </a:ext>
            </a:extLst>
          </p:cNvPr>
          <p:cNvSpPr>
            <a:spLocks noGrp="1"/>
          </p:cNvSpPr>
          <p:nvPr>
            <p:ph type="body" sz="quarter" idx="21" hasCustomPrompt="1"/>
          </p:nvPr>
        </p:nvSpPr>
        <p:spPr>
          <a:xfrm>
            <a:off x="4898932" y="4435583"/>
            <a:ext cx="2085792" cy="274650"/>
          </a:xfrm>
          <a:prstGeom prst="rect">
            <a:avLst/>
          </a:prstGeom>
        </p:spPr>
        <p:txBody>
          <a:bodyPr/>
          <a:lstStyle>
            <a:lvl1pPr marL="0" indent="0" algn="ctr">
              <a:buNone/>
              <a:defRPr sz="1200" cap="all" spc="200" baseline="0">
                <a:solidFill>
                  <a:schemeClr val="accent6"/>
                </a:solidFill>
                <a:latin typeface="+mj-lt"/>
              </a:defRPr>
            </a:lvl1pPr>
          </a:lstStyle>
          <a:p>
            <a:pPr lvl="0"/>
            <a:r>
              <a:rPr lang="en-US"/>
              <a:t>Add Name</a:t>
            </a:r>
          </a:p>
        </p:txBody>
      </p:sp>
      <p:sp>
        <p:nvSpPr>
          <p:cNvPr id="28" name="Text Placeholder 14">
            <a:extLst>
              <a:ext uri="{FF2B5EF4-FFF2-40B4-BE49-F238E27FC236}">
                <a16:creationId xmlns:a16="http://schemas.microsoft.com/office/drawing/2014/main" id="{BFD869E7-29DA-4FEB-AB84-1C1FC3ABAE30}"/>
              </a:ext>
            </a:extLst>
          </p:cNvPr>
          <p:cNvSpPr>
            <a:spLocks noGrp="1"/>
          </p:cNvSpPr>
          <p:nvPr>
            <p:ph type="body" sz="quarter" idx="22" hasCustomPrompt="1"/>
          </p:nvPr>
        </p:nvSpPr>
        <p:spPr>
          <a:xfrm>
            <a:off x="4999070" y="4661551"/>
            <a:ext cx="1885516" cy="365125"/>
          </a:xfrm>
          <a:prstGeom prst="rect">
            <a:avLst/>
          </a:prstGeom>
        </p:spPr>
        <p:txBody>
          <a:bodyPr/>
          <a:lstStyle>
            <a:lvl1pPr marL="0" indent="0" algn="ctr">
              <a:lnSpc>
                <a:spcPct val="90000"/>
              </a:lnSpc>
              <a:spcBef>
                <a:spcPts val="0"/>
              </a:spcBef>
              <a:buNone/>
              <a:defRPr sz="1000" cap="none" spc="0" baseline="0">
                <a:solidFill>
                  <a:schemeClr val="bg1"/>
                </a:solidFill>
                <a:latin typeface="+mn-lt"/>
              </a:defRPr>
            </a:lvl1pPr>
          </a:lstStyle>
          <a:p>
            <a:pPr lvl="0"/>
            <a:r>
              <a:rPr lang="en-US"/>
              <a:t>Add title</a:t>
            </a:r>
          </a:p>
        </p:txBody>
      </p:sp>
      <p:sp>
        <p:nvSpPr>
          <p:cNvPr id="30" name="Text Placeholder 14">
            <a:extLst>
              <a:ext uri="{FF2B5EF4-FFF2-40B4-BE49-F238E27FC236}">
                <a16:creationId xmlns:a16="http://schemas.microsoft.com/office/drawing/2014/main" id="{9E68119B-CDCA-4341-8772-2C5BF80B4E40}"/>
              </a:ext>
            </a:extLst>
          </p:cNvPr>
          <p:cNvSpPr>
            <a:spLocks noGrp="1"/>
          </p:cNvSpPr>
          <p:nvPr>
            <p:ph type="body" sz="quarter" idx="23" hasCustomPrompt="1"/>
          </p:nvPr>
        </p:nvSpPr>
        <p:spPr>
          <a:xfrm>
            <a:off x="7000136" y="4435751"/>
            <a:ext cx="2085792" cy="274650"/>
          </a:xfrm>
          <a:prstGeom prst="rect">
            <a:avLst/>
          </a:prstGeom>
        </p:spPr>
        <p:txBody>
          <a:bodyPr/>
          <a:lstStyle>
            <a:lvl1pPr marL="0" indent="0" algn="ctr">
              <a:buNone/>
              <a:defRPr sz="1200" cap="all" spc="200" baseline="0">
                <a:solidFill>
                  <a:schemeClr val="accent6"/>
                </a:solidFill>
                <a:latin typeface="+mj-lt"/>
              </a:defRPr>
            </a:lvl1pPr>
          </a:lstStyle>
          <a:p>
            <a:pPr lvl="0"/>
            <a:r>
              <a:rPr lang="en-US"/>
              <a:t>Add Name</a:t>
            </a:r>
          </a:p>
        </p:txBody>
      </p:sp>
      <p:sp>
        <p:nvSpPr>
          <p:cNvPr id="31" name="Text Placeholder 14">
            <a:extLst>
              <a:ext uri="{FF2B5EF4-FFF2-40B4-BE49-F238E27FC236}">
                <a16:creationId xmlns:a16="http://schemas.microsoft.com/office/drawing/2014/main" id="{303A31BF-223A-44A5-84FD-7281FF2E4CD4}"/>
              </a:ext>
            </a:extLst>
          </p:cNvPr>
          <p:cNvSpPr>
            <a:spLocks noGrp="1"/>
          </p:cNvSpPr>
          <p:nvPr>
            <p:ph type="body" sz="quarter" idx="24" hasCustomPrompt="1"/>
          </p:nvPr>
        </p:nvSpPr>
        <p:spPr>
          <a:xfrm>
            <a:off x="7100274" y="4661551"/>
            <a:ext cx="1885516" cy="365125"/>
          </a:xfrm>
          <a:prstGeom prst="rect">
            <a:avLst/>
          </a:prstGeom>
        </p:spPr>
        <p:txBody>
          <a:bodyPr/>
          <a:lstStyle>
            <a:lvl1pPr marL="0" indent="0" algn="ctr">
              <a:lnSpc>
                <a:spcPct val="90000"/>
              </a:lnSpc>
              <a:spcBef>
                <a:spcPts val="0"/>
              </a:spcBef>
              <a:buNone/>
              <a:defRPr sz="1000" cap="none" spc="0" baseline="0">
                <a:solidFill>
                  <a:schemeClr val="bg1"/>
                </a:solidFill>
                <a:latin typeface="+mn-lt"/>
              </a:defRPr>
            </a:lvl1pPr>
          </a:lstStyle>
          <a:p>
            <a:pPr lvl="0"/>
            <a:r>
              <a:rPr lang="en-US"/>
              <a:t>Add title</a:t>
            </a:r>
          </a:p>
        </p:txBody>
      </p:sp>
      <p:sp>
        <p:nvSpPr>
          <p:cNvPr id="32" name="Text Placeholder 14">
            <a:extLst>
              <a:ext uri="{FF2B5EF4-FFF2-40B4-BE49-F238E27FC236}">
                <a16:creationId xmlns:a16="http://schemas.microsoft.com/office/drawing/2014/main" id="{666E1F4A-0D75-4B8E-A181-DBEB50FB1D60}"/>
              </a:ext>
            </a:extLst>
          </p:cNvPr>
          <p:cNvSpPr>
            <a:spLocks noGrp="1"/>
          </p:cNvSpPr>
          <p:nvPr>
            <p:ph type="body" sz="quarter" idx="25" hasCustomPrompt="1"/>
          </p:nvPr>
        </p:nvSpPr>
        <p:spPr>
          <a:xfrm>
            <a:off x="9095950" y="4435583"/>
            <a:ext cx="2085792" cy="274650"/>
          </a:xfrm>
          <a:prstGeom prst="rect">
            <a:avLst/>
          </a:prstGeom>
        </p:spPr>
        <p:txBody>
          <a:bodyPr/>
          <a:lstStyle>
            <a:lvl1pPr marL="0" indent="0" algn="ctr">
              <a:buNone/>
              <a:defRPr sz="1200" cap="all" spc="200" baseline="0">
                <a:solidFill>
                  <a:schemeClr val="accent6"/>
                </a:solidFill>
                <a:latin typeface="+mj-lt"/>
              </a:defRPr>
            </a:lvl1pPr>
          </a:lstStyle>
          <a:p>
            <a:pPr lvl="0"/>
            <a:r>
              <a:rPr lang="en-US"/>
              <a:t>Add Name</a:t>
            </a:r>
          </a:p>
        </p:txBody>
      </p:sp>
      <p:sp>
        <p:nvSpPr>
          <p:cNvPr id="33" name="Text Placeholder 14">
            <a:extLst>
              <a:ext uri="{FF2B5EF4-FFF2-40B4-BE49-F238E27FC236}">
                <a16:creationId xmlns:a16="http://schemas.microsoft.com/office/drawing/2014/main" id="{5EAE80D5-B799-4807-8F81-22C4218233DF}"/>
              </a:ext>
            </a:extLst>
          </p:cNvPr>
          <p:cNvSpPr>
            <a:spLocks noGrp="1"/>
          </p:cNvSpPr>
          <p:nvPr>
            <p:ph type="body" sz="quarter" idx="26" hasCustomPrompt="1"/>
          </p:nvPr>
        </p:nvSpPr>
        <p:spPr>
          <a:xfrm>
            <a:off x="9196088" y="4661551"/>
            <a:ext cx="1885516" cy="365125"/>
          </a:xfrm>
          <a:prstGeom prst="rect">
            <a:avLst/>
          </a:prstGeom>
        </p:spPr>
        <p:txBody>
          <a:bodyPr/>
          <a:lstStyle>
            <a:lvl1pPr marL="0" indent="0" algn="ctr">
              <a:lnSpc>
                <a:spcPct val="90000"/>
              </a:lnSpc>
              <a:spcBef>
                <a:spcPts val="0"/>
              </a:spcBef>
              <a:buNone/>
              <a:defRPr sz="1000" cap="none" spc="0" baseline="0">
                <a:solidFill>
                  <a:schemeClr val="bg1"/>
                </a:solidFill>
                <a:latin typeface="+mn-lt"/>
              </a:defRPr>
            </a:lvl1pPr>
          </a:lstStyle>
          <a:p>
            <a:pPr lvl="0"/>
            <a:r>
              <a:rPr lang="en-US"/>
              <a:t>Add title</a:t>
            </a:r>
          </a:p>
        </p:txBody>
      </p:sp>
      <p:sp>
        <p:nvSpPr>
          <p:cNvPr id="39" name="Footer Placeholder 15">
            <a:extLst>
              <a:ext uri="{FF2B5EF4-FFF2-40B4-BE49-F238E27FC236}">
                <a16:creationId xmlns:a16="http://schemas.microsoft.com/office/drawing/2014/main" id="{6F4437FE-F08F-4311-B53A-88E2B729B745}"/>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a:t>PRESENTATION TITLE</a:t>
            </a:r>
          </a:p>
        </p:txBody>
      </p:sp>
      <p:sp>
        <p:nvSpPr>
          <p:cNvPr id="40" name="Slide Number Placeholder 16">
            <a:extLst>
              <a:ext uri="{FF2B5EF4-FFF2-40B4-BE49-F238E27FC236}">
                <a16:creationId xmlns:a16="http://schemas.microsoft.com/office/drawing/2014/main" id="{D0901035-50AC-4DE0-9A34-AAA61EC10E16}"/>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a:p>
        </p:txBody>
      </p:sp>
      <p:sp>
        <p:nvSpPr>
          <p:cNvPr id="41" name="Date Placeholder 14">
            <a:extLst>
              <a:ext uri="{FF2B5EF4-FFF2-40B4-BE49-F238E27FC236}">
                <a16:creationId xmlns:a16="http://schemas.microsoft.com/office/drawing/2014/main" id="{5FDD3145-ADE2-4744-AF2E-9C8074C85841}"/>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a:t>May 21, 20xx</a:t>
            </a:r>
          </a:p>
        </p:txBody>
      </p:sp>
    </p:spTree>
    <p:extLst>
      <p:ext uri="{BB962C8B-B14F-4D97-AF65-F5344CB8AC3E}">
        <p14:creationId xmlns:p14="http://schemas.microsoft.com/office/powerpoint/2010/main" val="41914450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Meet The Team 8-Up">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8A79A51B-CC7A-4B36-B457-AF323638813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1"/>
            <a:ext cx="12205220" cy="6858001"/>
          </a:xfrm>
          <a:prstGeom prst="rect">
            <a:avLst/>
          </a:prstGeom>
        </p:spPr>
      </p:pic>
      <p:sp>
        <p:nvSpPr>
          <p:cNvPr id="2" name="Title 1">
            <a:extLst>
              <a:ext uri="{FF2B5EF4-FFF2-40B4-BE49-F238E27FC236}">
                <a16:creationId xmlns:a16="http://schemas.microsoft.com/office/drawing/2014/main" id="{0E019BE9-6149-434A-B185-EE7434112622}"/>
              </a:ext>
            </a:extLst>
          </p:cNvPr>
          <p:cNvSpPr>
            <a:spLocks noGrp="1"/>
          </p:cNvSpPr>
          <p:nvPr>
            <p:ph type="title" hasCustomPrompt="1"/>
          </p:nvPr>
        </p:nvSpPr>
        <p:spPr>
          <a:xfrm>
            <a:off x="661216" y="2375820"/>
            <a:ext cx="1939480" cy="2112264"/>
          </a:xfrm>
          <a:prstGeom prst="rect">
            <a:avLst/>
          </a:prstGeom>
        </p:spPr>
        <p:txBody>
          <a:bodyPr anchor="ctr"/>
          <a:lstStyle>
            <a:lvl1pPr algn="ctr">
              <a:lnSpc>
                <a:spcPct val="90000"/>
              </a:lnSpc>
              <a:spcBef>
                <a:spcPts val="1000"/>
              </a:spcBef>
              <a:defRPr sz="2800" cap="all" spc="400" baseline="0">
                <a:solidFill>
                  <a:schemeClr val="bg1"/>
                </a:solidFill>
              </a:defRPr>
            </a:lvl1pPr>
          </a:lstStyle>
          <a:p>
            <a:r>
              <a:rPr lang="en-US"/>
              <a:t>Click to add title</a:t>
            </a:r>
          </a:p>
        </p:txBody>
      </p:sp>
      <p:sp>
        <p:nvSpPr>
          <p:cNvPr id="34" name="Picture Placeholder 9">
            <a:extLst>
              <a:ext uri="{FF2B5EF4-FFF2-40B4-BE49-F238E27FC236}">
                <a16:creationId xmlns:a16="http://schemas.microsoft.com/office/drawing/2014/main" id="{18B0121B-CD0E-495B-9B36-4E88EA4A9786}"/>
              </a:ext>
              <a:ext uri="{C183D7F6-B498-43B3-948B-1728B52AA6E4}">
                <adec:decorative xmlns:adec="http://schemas.microsoft.com/office/drawing/2017/decorative" val="0"/>
              </a:ext>
            </a:extLst>
          </p:cNvPr>
          <p:cNvSpPr>
            <a:spLocks noGrp="1"/>
          </p:cNvSpPr>
          <p:nvPr>
            <p:ph type="pic" sz="quarter" idx="16" hasCustomPrompt="1"/>
          </p:nvPr>
        </p:nvSpPr>
        <p:spPr>
          <a:xfrm>
            <a:off x="3136339" y="1326925"/>
            <a:ext cx="1391577" cy="1391576"/>
          </a:xfrm>
          <a:prstGeom prst="ellipse">
            <a:avLst/>
          </a:prstGeom>
        </p:spPr>
        <p:txBody>
          <a:bodyPr/>
          <a:lstStyle>
            <a:lvl1pPr marL="0" indent="0" algn="ctr">
              <a:buNone/>
              <a:defRPr sz="2000">
                <a:solidFill>
                  <a:schemeClr val="bg1"/>
                </a:solidFill>
              </a:defRPr>
            </a:lvl1pPr>
          </a:lstStyle>
          <a:p>
            <a:r>
              <a:rPr lang="en-US"/>
              <a:t>Click to add photo</a:t>
            </a:r>
          </a:p>
        </p:txBody>
      </p:sp>
      <p:sp>
        <p:nvSpPr>
          <p:cNvPr id="81" name="Picture Placeholder 9">
            <a:extLst>
              <a:ext uri="{FF2B5EF4-FFF2-40B4-BE49-F238E27FC236}">
                <a16:creationId xmlns:a16="http://schemas.microsoft.com/office/drawing/2014/main" id="{4508E76D-2071-4546-8DF2-405B38E2E271}"/>
              </a:ext>
            </a:extLst>
          </p:cNvPr>
          <p:cNvSpPr>
            <a:spLocks noGrp="1"/>
          </p:cNvSpPr>
          <p:nvPr>
            <p:ph type="pic" sz="quarter" idx="39" hasCustomPrompt="1"/>
          </p:nvPr>
        </p:nvSpPr>
        <p:spPr>
          <a:xfrm>
            <a:off x="5209991" y="1326192"/>
            <a:ext cx="1391577" cy="1391576"/>
          </a:xfrm>
          <a:prstGeom prst="ellipse">
            <a:avLst/>
          </a:prstGeom>
        </p:spPr>
        <p:txBody>
          <a:bodyPr/>
          <a:lstStyle>
            <a:lvl1pPr marL="0" indent="0" algn="ctr">
              <a:buNone/>
              <a:defRPr sz="2000">
                <a:solidFill>
                  <a:schemeClr val="bg1"/>
                </a:solidFill>
              </a:defRPr>
            </a:lvl1pPr>
          </a:lstStyle>
          <a:p>
            <a:r>
              <a:rPr lang="en-US"/>
              <a:t>Click to add photo</a:t>
            </a:r>
          </a:p>
        </p:txBody>
      </p:sp>
      <p:sp>
        <p:nvSpPr>
          <p:cNvPr id="85" name="Picture Placeholder 9">
            <a:extLst>
              <a:ext uri="{FF2B5EF4-FFF2-40B4-BE49-F238E27FC236}">
                <a16:creationId xmlns:a16="http://schemas.microsoft.com/office/drawing/2014/main" id="{D319C8D5-E3A6-45C8-8A64-1C1B70C90DD1}"/>
              </a:ext>
              <a:ext uri="{C183D7F6-B498-43B3-948B-1728B52AA6E4}">
                <adec:decorative xmlns:adec="http://schemas.microsoft.com/office/drawing/2017/decorative" val="0"/>
              </a:ext>
            </a:extLst>
          </p:cNvPr>
          <p:cNvSpPr>
            <a:spLocks noGrp="1"/>
          </p:cNvSpPr>
          <p:nvPr>
            <p:ph type="pic" sz="quarter" idx="40" hasCustomPrompt="1"/>
          </p:nvPr>
        </p:nvSpPr>
        <p:spPr>
          <a:xfrm>
            <a:off x="7305041" y="1335752"/>
            <a:ext cx="1391577" cy="1391576"/>
          </a:xfrm>
          <a:prstGeom prst="ellipse">
            <a:avLst/>
          </a:prstGeom>
        </p:spPr>
        <p:txBody>
          <a:bodyPr/>
          <a:lstStyle>
            <a:lvl1pPr marL="0" indent="0" algn="ctr">
              <a:buNone/>
              <a:defRPr sz="2000">
                <a:solidFill>
                  <a:schemeClr val="bg1"/>
                </a:solidFill>
              </a:defRPr>
            </a:lvl1pPr>
          </a:lstStyle>
          <a:p>
            <a:r>
              <a:rPr lang="en-US"/>
              <a:t>Click to add photo</a:t>
            </a:r>
          </a:p>
        </p:txBody>
      </p:sp>
      <p:sp>
        <p:nvSpPr>
          <p:cNvPr id="87" name="Picture Placeholder 9">
            <a:extLst>
              <a:ext uri="{FF2B5EF4-FFF2-40B4-BE49-F238E27FC236}">
                <a16:creationId xmlns:a16="http://schemas.microsoft.com/office/drawing/2014/main" id="{01486F31-E79E-4E60-8749-B8036B3F096A}"/>
              </a:ext>
              <a:ext uri="{C183D7F6-B498-43B3-948B-1728B52AA6E4}">
                <adec:decorative xmlns:adec="http://schemas.microsoft.com/office/drawing/2017/decorative" val="0"/>
              </a:ext>
            </a:extLst>
          </p:cNvPr>
          <p:cNvSpPr>
            <a:spLocks noGrp="1"/>
          </p:cNvSpPr>
          <p:nvPr>
            <p:ph type="pic" sz="quarter" idx="41" hasCustomPrompt="1"/>
          </p:nvPr>
        </p:nvSpPr>
        <p:spPr>
          <a:xfrm>
            <a:off x="9384248" y="1326192"/>
            <a:ext cx="1391577" cy="1391576"/>
          </a:xfrm>
          <a:prstGeom prst="ellipse">
            <a:avLst/>
          </a:prstGeom>
        </p:spPr>
        <p:txBody>
          <a:bodyPr/>
          <a:lstStyle>
            <a:lvl1pPr marL="0" indent="0" algn="ctr">
              <a:buNone/>
              <a:defRPr sz="2000">
                <a:solidFill>
                  <a:schemeClr val="bg1"/>
                </a:solidFill>
              </a:defRPr>
            </a:lvl1pPr>
          </a:lstStyle>
          <a:p>
            <a:r>
              <a:rPr lang="en-US"/>
              <a:t>Click to add photo</a:t>
            </a:r>
          </a:p>
        </p:txBody>
      </p:sp>
      <p:sp>
        <p:nvSpPr>
          <p:cNvPr id="37" name="Oval 36">
            <a:extLst>
              <a:ext uri="{FF2B5EF4-FFF2-40B4-BE49-F238E27FC236}">
                <a16:creationId xmlns:a16="http://schemas.microsoft.com/office/drawing/2014/main" id="{8139AA92-1781-41FF-9168-9F70B1CD9FB7}"/>
              </a:ext>
              <a:ext uri="{C183D7F6-B498-43B3-948B-1728B52AA6E4}">
                <adec:decorative xmlns:adec="http://schemas.microsoft.com/office/drawing/2017/decorative" val="1"/>
              </a:ext>
            </a:extLst>
          </p:cNvPr>
          <p:cNvSpPr/>
          <p:nvPr userDrawn="1"/>
        </p:nvSpPr>
        <p:spPr>
          <a:xfrm>
            <a:off x="3031536" y="1222122"/>
            <a:ext cx="1601183" cy="1601183"/>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 Placeholder 14">
            <a:extLst>
              <a:ext uri="{FF2B5EF4-FFF2-40B4-BE49-F238E27FC236}">
                <a16:creationId xmlns:a16="http://schemas.microsoft.com/office/drawing/2014/main" id="{5FE36F90-735E-43D7-854A-0347B805053D}"/>
              </a:ext>
            </a:extLst>
          </p:cNvPr>
          <p:cNvSpPr>
            <a:spLocks noGrp="1"/>
          </p:cNvSpPr>
          <p:nvPr>
            <p:ph type="body" sz="quarter" idx="19" hasCustomPrompt="1"/>
          </p:nvPr>
        </p:nvSpPr>
        <p:spPr>
          <a:xfrm>
            <a:off x="2796727" y="2972370"/>
            <a:ext cx="2085792" cy="274650"/>
          </a:xfrm>
          <a:prstGeom prst="rect">
            <a:avLst/>
          </a:prstGeom>
        </p:spPr>
        <p:txBody>
          <a:bodyPr/>
          <a:lstStyle>
            <a:lvl1pPr marL="0" indent="0" algn="ctr">
              <a:buNone/>
              <a:defRPr sz="1200" b="0" cap="all" spc="200" baseline="0">
                <a:solidFill>
                  <a:schemeClr val="accent6"/>
                </a:solidFill>
                <a:latin typeface="+mj-lt"/>
              </a:defRPr>
            </a:lvl1pPr>
          </a:lstStyle>
          <a:p>
            <a:pPr lvl="0"/>
            <a:r>
              <a:rPr lang="en-US"/>
              <a:t>Add Name</a:t>
            </a:r>
          </a:p>
        </p:txBody>
      </p:sp>
      <p:sp>
        <p:nvSpPr>
          <p:cNvPr id="42" name="Text Placeholder 14">
            <a:extLst>
              <a:ext uri="{FF2B5EF4-FFF2-40B4-BE49-F238E27FC236}">
                <a16:creationId xmlns:a16="http://schemas.microsoft.com/office/drawing/2014/main" id="{2D0125FE-7543-4B0C-8C50-D4F2949EE8A0}"/>
              </a:ext>
            </a:extLst>
          </p:cNvPr>
          <p:cNvSpPr>
            <a:spLocks noGrp="1"/>
          </p:cNvSpPr>
          <p:nvPr>
            <p:ph type="body" sz="quarter" idx="20" hasCustomPrompt="1"/>
          </p:nvPr>
        </p:nvSpPr>
        <p:spPr>
          <a:xfrm>
            <a:off x="2896865" y="3198338"/>
            <a:ext cx="1885516" cy="365125"/>
          </a:xfrm>
          <a:prstGeom prst="rect">
            <a:avLst/>
          </a:prstGeom>
        </p:spPr>
        <p:txBody>
          <a:bodyPr/>
          <a:lstStyle>
            <a:lvl1pPr marL="0" indent="0" algn="ctr">
              <a:lnSpc>
                <a:spcPct val="90000"/>
              </a:lnSpc>
              <a:spcBef>
                <a:spcPts val="0"/>
              </a:spcBef>
              <a:buNone/>
              <a:defRPr sz="1000" cap="none" spc="0" baseline="0">
                <a:solidFill>
                  <a:schemeClr val="bg1"/>
                </a:solidFill>
                <a:latin typeface="+mn-lt"/>
              </a:defRPr>
            </a:lvl1pPr>
          </a:lstStyle>
          <a:p>
            <a:pPr lvl="0"/>
            <a:r>
              <a:rPr lang="en-US"/>
              <a:t>Add title</a:t>
            </a:r>
          </a:p>
        </p:txBody>
      </p:sp>
      <p:sp>
        <p:nvSpPr>
          <p:cNvPr id="43" name="Text Placeholder 14">
            <a:extLst>
              <a:ext uri="{FF2B5EF4-FFF2-40B4-BE49-F238E27FC236}">
                <a16:creationId xmlns:a16="http://schemas.microsoft.com/office/drawing/2014/main" id="{839FFFF4-4A0D-40BD-B34D-CD03D03FBEC4}"/>
              </a:ext>
            </a:extLst>
          </p:cNvPr>
          <p:cNvSpPr>
            <a:spLocks noGrp="1"/>
          </p:cNvSpPr>
          <p:nvPr>
            <p:ph type="body" sz="quarter" idx="21" hasCustomPrompt="1"/>
          </p:nvPr>
        </p:nvSpPr>
        <p:spPr>
          <a:xfrm>
            <a:off x="4898932" y="2972370"/>
            <a:ext cx="2085792" cy="274650"/>
          </a:xfrm>
          <a:prstGeom prst="rect">
            <a:avLst/>
          </a:prstGeom>
        </p:spPr>
        <p:txBody>
          <a:bodyPr/>
          <a:lstStyle>
            <a:lvl1pPr marL="0" indent="0" algn="ctr">
              <a:buNone/>
              <a:defRPr sz="1200" cap="all" spc="200" baseline="0">
                <a:solidFill>
                  <a:schemeClr val="accent6"/>
                </a:solidFill>
                <a:latin typeface="+mj-lt"/>
              </a:defRPr>
            </a:lvl1pPr>
          </a:lstStyle>
          <a:p>
            <a:pPr lvl="0"/>
            <a:r>
              <a:rPr lang="en-US"/>
              <a:t>Add Name</a:t>
            </a:r>
          </a:p>
        </p:txBody>
      </p:sp>
      <p:sp>
        <p:nvSpPr>
          <p:cNvPr id="44" name="Text Placeholder 14">
            <a:extLst>
              <a:ext uri="{FF2B5EF4-FFF2-40B4-BE49-F238E27FC236}">
                <a16:creationId xmlns:a16="http://schemas.microsoft.com/office/drawing/2014/main" id="{2697A53A-8491-4753-901E-02236DC0D5C4}"/>
              </a:ext>
            </a:extLst>
          </p:cNvPr>
          <p:cNvSpPr>
            <a:spLocks noGrp="1"/>
          </p:cNvSpPr>
          <p:nvPr>
            <p:ph type="body" sz="quarter" idx="22" hasCustomPrompt="1"/>
          </p:nvPr>
        </p:nvSpPr>
        <p:spPr>
          <a:xfrm>
            <a:off x="4999070" y="3198338"/>
            <a:ext cx="1885516" cy="365125"/>
          </a:xfrm>
          <a:prstGeom prst="rect">
            <a:avLst/>
          </a:prstGeom>
        </p:spPr>
        <p:txBody>
          <a:bodyPr/>
          <a:lstStyle>
            <a:lvl1pPr marL="0" indent="0" algn="ctr">
              <a:lnSpc>
                <a:spcPct val="90000"/>
              </a:lnSpc>
              <a:spcBef>
                <a:spcPts val="0"/>
              </a:spcBef>
              <a:buNone/>
              <a:defRPr sz="1000" cap="none" spc="0" baseline="0">
                <a:solidFill>
                  <a:schemeClr val="bg1"/>
                </a:solidFill>
                <a:latin typeface="+mn-lt"/>
              </a:defRPr>
            </a:lvl1pPr>
          </a:lstStyle>
          <a:p>
            <a:pPr lvl="0"/>
            <a:r>
              <a:rPr lang="en-US"/>
              <a:t>Add title</a:t>
            </a:r>
          </a:p>
        </p:txBody>
      </p:sp>
      <p:sp>
        <p:nvSpPr>
          <p:cNvPr id="45" name="Text Placeholder 14">
            <a:extLst>
              <a:ext uri="{FF2B5EF4-FFF2-40B4-BE49-F238E27FC236}">
                <a16:creationId xmlns:a16="http://schemas.microsoft.com/office/drawing/2014/main" id="{A51D26D1-89AE-43E7-8F1B-E28B18019F84}"/>
              </a:ext>
            </a:extLst>
          </p:cNvPr>
          <p:cNvSpPr>
            <a:spLocks noGrp="1"/>
          </p:cNvSpPr>
          <p:nvPr>
            <p:ph type="body" sz="quarter" idx="23" hasCustomPrompt="1"/>
          </p:nvPr>
        </p:nvSpPr>
        <p:spPr>
          <a:xfrm>
            <a:off x="7000136" y="2972538"/>
            <a:ext cx="2085792" cy="274650"/>
          </a:xfrm>
          <a:prstGeom prst="rect">
            <a:avLst/>
          </a:prstGeom>
        </p:spPr>
        <p:txBody>
          <a:bodyPr/>
          <a:lstStyle>
            <a:lvl1pPr marL="0" indent="0" algn="ctr">
              <a:buNone/>
              <a:defRPr sz="1200" cap="all" spc="200" baseline="0">
                <a:solidFill>
                  <a:schemeClr val="accent6"/>
                </a:solidFill>
                <a:latin typeface="+mj-lt"/>
              </a:defRPr>
            </a:lvl1pPr>
          </a:lstStyle>
          <a:p>
            <a:pPr lvl="0"/>
            <a:r>
              <a:rPr lang="en-US"/>
              <a:t>Add Name</a:t>
            </a:r>
          </a:p>
        </p:txBody>
      </p:sp>
      <p:sp>
        <p:nvSpPr>
          <p:cNvPr id="46" name="Text Placeholder 14">
            <a:extLst>
              <a:ext uri="{FF2B5EF4-FFF2-40B4-BE49-F238E27FC236}">
                <a16:creationId xmlns:a16="http://schemas.microsoft.com/office/drawing/2014/main" id="{0191059F-A4F0-4F1C-8237-308B7AD3F97D}"/>
              </a:ext>
            </a:extLst>
          </p:cNvPr>
          <p:cNvSpPr>
            <a:spLocks noGrp="1"/>
          </p:cNvSpPr>
          <p:nvPr>
            <p:ph type="body" sz="quarter" idx="24" hasCustomPrompt="1"/>
          </p:nvPr>
        </p:nvSpPr>
        <p:spPr>
          <a:xfrm>
            <a:off x="7100274" y="3198338"/>
            <a:ext cx="1885516" cy="365125"/>
          </a:xfrm>
          <a:prstGeom prst="rect">
            <a:avLst/>
          </a:prstGeom>
        </p:spPr>
        <p:txBody>
          <a:bodyPr/>
          <a:lstStyle>
            <a:lvl1pPr marL="0" indent="0" algn="ctr">
              <a:lnSpc>
                <a:spcPct val="90000"/>
              </a:lnSpc>
              <a:spcBef>
                <a:spcPts val="0"/>
              </a:spcBef>
              <a:buNone/>
              <a:defRPr sz="1000" cap="none" spc="0" baseline="0">
                <a:solidFill>
                  <a:schemeClr val="bg1"/>
                </a:solidFill>
                <a:latin typeface="+mn-lt"/>
              </a:defRPr>
            </a:lvl1pPr>
          </a:lstStyle>
          <a:p>
            <a:pPr lvl="0"/>
            <a:r>
              <a:rPr lang="en-US"/>
              <a:t>Add title</a:t>
            </a:r>
          </a:p>
        </p:txBody>
      </p:sp>
      <p:sp>
        <p:nvSpPr>
          <p:cNvPr id="47" name="Text Placeholder 14">
            <a:extLst>
              <a:ext uri="{FF2B5EF4-FFF2-40B4-BE49-F238E27FC236}">
                <a16:creationId xmlns:a16="http://schemas.microsoft.com/office/drawing/2014/main" id="{CFCD3D62-2515-40AC-A8A1-F7786244B36F}"/>
              </a:ext>
            </a:extLst>
          </p:cNvPr>
          <p:cNvSpPr>
            <a:spLocks noGrp="1"/>
          </p:cNvSpPr>
          <p:nvPr>
            <p:ph type="body" sz="quarter" idx="25" hasCustomPrompt="1"/>
          </p:nvPr>
        </p:nvSpPr>
        <p:spPr>
          <a:xfrm>
            <a:off x="9095950" y="2972370"/>
            <a:ext cx="2085792" cy="274650"/>
          </a:xfrm>
          <a:prstGeom prst="rect">
            <a:avLst/>
          </a:prstGeom>
        </p:spPr>
        <p:txBody>
          <a:bodyPr/>
          <a:lstStyle>
            <a:lvl1pPr marL="0" indent="0" algn="ctr">
              <a:buNone/>
              <a:defRPr sz="1200" cap="all" spc="200" baseline="0">
                <a:solidFill>
                  <a:schemeClr val="accent6"/>
                </a:solidFill>
                <a:latin typeface="+mj-lt"/>
              </a:defRPr>
            </a:lvl1pPr>
          </a:lstStyle>
          <a:p>
            <a:pPr lvl="0"/>
            <a:r>
              <a:rPr lang="en-US"/>
              <a:t>Add Name</a:t>
            </a:r>
          </a:p>
        </p:txBody>
      </p:sp>
      <p:sp>
        <p:nvSpPr>
          <p:cNvPr id="48" name="Text Placeholder 14">
            <a:extLst>
              <a:ext uri="{FF2B5EF4-FFF2-40B4-BE49-F238E27FC236}">
                <a16:creationId xmlns:a16="http://schemas.microsoft.com/office/drawing/2014/main" id="{96332DF1-A140-4DDE-9D59-EEF6D503A8D7}"/>
              </a:ext>
            </a:extLst>
          </p:cNvPr>
          <p:cNvSpPr>
            <a:spLocks noGrp="1"/>
          </p:cNvSpPr>
          <p:nvPr>
            <p:ph type="body" sz="quarter" idx="26" hasCustomPrompt="1"/>
          </p:nvPr>
        </p:nvSpPr>
        <p:spPr>
          <a:xfrm>
            <a:off x="9196088" y="3198338"/>
            <a:ext cx="1885516" cy="365125"/>
          </a:xfrm>
          <a:prstGeom prst="rect">
            <a:avLst/>
          </a:prstGeom>
        </p:spPr>
        <p:txBody>
          <a:bodyPr/>
          <a:lstStyle>
            <a:lvl1pPr marL="0" indent="0" algn="ctr">
              <a:lnSpc>
                <a:spcPct val="90000"/>
              </a:lnSpc>
              <a:spcBef>
                <a:spcPts val="0"/>
              </a:spcBef>
              <a:buNone/>
              <a:defRPr sz="1000" cap="none" spc="0" baseline="0">
                <a:solidFill>
                  <a:schemeClr val="bg1"/>
                </a:solidFill>
                <a:latin typeface="+mn-lt"/>
              </a:defRPr>
            </a:lvl1pPr>
          </a:lstStyle>
          <a:p>
            <a:pPr lvl="0"/>
            <a:r>
              <a:rPr lang="en-US"/>
              <a:t>Add title</a:t>
            </a:r>
          </a:p>
        </p:txBody>
      </p:sp>
      <p:sp>
        <p:nvSpPr>
          <p:cNvPr id="97" name="Picture Placeholder 9">
            <a:extLst>
              <a:ext uri="{FF2B5EF4-FFF2-40B4-BE49-F238E27FC236}">
                <a16:creationId xmlns:a16="http://schemas.microsoft.com/office/drawing/2014/main" id="{74EEDA10-EB71-4CAE-80C3-9C8B46E6DF07}"/>
              </a:ext>
            </a:extLst>
          </p:cNvPr>
          <p:cNvSpPr>
            <a:spLocks noGrp="1"/>
          </p:cNvSpPr>
          <p:nvPr>
            <p:ph type="pic" sz="quarter" idx="42" hasCustomPrompt="1"/>
          </p:nvPr>
        </p:nvSpPr>
        <p:spPr>
          <a:xfrm>
            <a:off x="3136338" y="3967833"/>
            <a:ext cx="1391577" cy="1391576"/>
          </a:xfrm>
          <a:prstGeom prst="ellipse">
            <a:avLst/>
          </a:prstGeom>
        </p:spPr>
        <p:txBody>
          <a:bodyPr/>
          <a:lstStyle>
            <a:lvl1pPr marL="0" indent="0" algn="ctr">
              <a:buNone/>
              <a:defRPr sz="2000">
                <a:solidFill>
                  <a:schemeClr val="bg1"/>
                </a:solidFill>
              </a:defRPr>
            </a:lvl1pPr>
          </a:lstStyle>
          <a:p>
            <a:r>
              <a:rPr lang="en-US"/>
              <a:t>Click to add photo</a:t>
            </a:r>
          </a:p>
        </p:txBody>
      </p:sp>
      <p:sp>
        <p:nvSpPr>
          <p:cNvPr id="99" name="Picture Placeholder 9">
            <a:extLst>
              <a:ext uri="{FF2B5EF4-FFF2-40B4-BE49-F238E27FC236}">
                <a16:creationId xmlns:a16="http://schemas.microsoft.com/office/drawing/2014/main" id="{B9B031BF-4314-4A3C-B53C-3958CC4E6228}"/>
              </a:ext>
            </a:extLst>
          </p:cNvPr>
          <p:cNvSpPr>
            <a:spLocks noGrp="1"/>
          </p:cNvSpPr>
          <p:nvPr>
            <p:ph type="pic" sz="quarter" idx="43" hasCustomPrompt="1"/>
          </p:nvPr>
        </p:nvSpPr>
        <p:spPr>
          <a:xfrm>
            <a:off x="5209990" y="3967100"/>
            <a:ext cx="1391577" cy="1391576"/>
          </a:xfrm>
          <a:prstGeom prst="ellipse">
            <a:avLst/>
          </a:prstGeom>
        </p:spPr>
        <p:txBody>
          <a:bodyPr/>
          <a:lstStyle>
            <a:lvl1pPr marL="0" indent="0" algn="ctr">
              <a:buNone/>
              <a:defRPr sz="2000">
                <a:solidFill>
                  <a:schemeClr val="bg1"/>
                </a:solidFill>
              </a:defRPr>
            </a:lvl1pPr>
          </a:lstStyle>
          <a:p>
            <a:r>
              <a:rPr lang="en-US"/>
              <a:t>Click to add photo</a:t>
            </a:r>
          </a:p>
        </p:txBody>
      </p:sp>
      <p:sp>
        <p:nvSpPr>
          <p:cNvPr id="101" name="Picture Placeholder 9">
            <a:extLst>
              <a:ext uri="{FF2B5EF4-FFF2-40B4-BE49-F238E27FC236}">
                <a16:creationId xmlns:a16="http://schemas.microsoft.com/office/drawing/2014/main" id="{BC693B9A-3B30-4605-8EB8-2F155D0A4D7C}"/>
              </a:ext>
            </a:extLst>
          </p:cNvPr>
          <p:cNvSpPr>
            <a:spLocks noGrp="1"/>
          </p:cNvSpPr>
          <p:nvPr>
            <p:ph type="pic" sz="quarter" idx="44" hasCustomPrompt="1"/>
          </p:nvPr>
        </p:nvSpPr>
        <p:spPr>
          <a:xfrm>
            <a:off x="7305040" y="3976660"/>
            <a:ext cx="1391577" cy="1391576"/>
          </a:xfrm>
          <a:prstGeom prst="ellipse">
            <a:avLst/>
          </a:prstGeom>
        </p:spPr>
        <p:txBody>
          <a:bodyPr/>
          <a:lstStyle>
            <a:lvl1pPr marL="0" indent="0" algn="ctr">
              <a:buNone/>
              <a:defRPr sz="2000">
                <a:solidFill>
                  <a:schemeClr val="bg1"/>
                </a:solidFill>
              </a:defRPr>
            </a:lvl1pPr>
          </a:lstStyle>
          <a:p>
            <a:r>
              <a:rPr lang="en-US"/>
              <a:t>Click to add photo</a:t>
            </a:r>
          </a:p>
        </p:txBody>
      </p:sp>
      <p:sp>
        <p:nvSpPr>
          <p:cNvPr id="103" name="Picture Placeholder 9">
            <a:extLst>
              <a:ext uri="{FF2B5EF4-FFF2-40B4-BE49-F238E27FC236}">
                <a16:creationId xmlns:a16="http://schemas.microsoft.com/office/drawing/2014/main" id="{B4CC215D-FD31-4423-900D-14FF4F457AFA}"/>
              </a:ext>
            </a:extLst>
          </p:cNvPr>
          <p:cNvSpPr>
            <a:spLocks noGrp="1"/>
          </p:cNvSpPr>
          <p:nvPr>
            <p:ph type="pic" sz="quarter" idx="45" hasCustomPrompt="1"/>
          </p:nvPr>
        </p:nvSpPr>
        <p:spPr>
          <a:xfrm>
            <a:off x="9384247" y="3967100"/>
            <a:ext cx="1391577" cy="1391576"/>
          </a:xfrm>
          <a:prstGeom prst="ellipse">
            <a:avLst/>
          </a:prstGeom>
        </p:spPr>
        <p:txBody>
          <a:bodyPr/>
          <a:lstStyle>
            <a:lvl1pPr marL="0" indent="0" algn="ctr">
              <a:buNone/>
              <a:defRPr sz="2000">
                <a:solidFill>
                  <a:schemeClr val="bg1"/>
                </a:solidFill>
              </a:defRPr>
            </a:lvl1pPr>
          </a:lstStyle>
          <a:p>
            <a:r>
              <a:rPr lang="en-US"/>
              <a:t>Click to add photo</a:t>
            </a:r>
          </a:p>
        </p:txBody>
      </p:sp>
      <p:sp>
        <p:nvSpPr>
          <p:cNvPr id="73" name="Text Placeholder 14">
            <a:extLst>
              <a:ext uri="{FF2B5EF4-FFF2-40B4-BE49-F238E27FC236}">
                <a16:creationId xmlns:a16="http://schemas.microsoft.com/office/drawing/2014/main" id="{D4954E76-6CE5-4657-B73B-9875EBBEE003}"/>
              </a:ext>
            </a:extLst>
          </p:cNvPr>
          <p:cNvSpPr>
            <a:spLocks noGrp="1"/>
          </p:cNvSpPr>
          <p:nvPr>
            <p:ph type="body" sz="quarter" idx="31" hasCustomPrompt="1"/>
          </p:nvPr>
        </p:nvSpPr>
        <p:spPr>
          <a:xfrm>
            <a:off x="2796727" y="5587307"/>
            <a:ext cx="2085792" cy="274650"/>
          </a:xfrm>
          <a:prstGeom prst="rect">
            <a:avLst/>
          </a:prstGeom>
        </p:spPr>
        <p:txBody>
          <a:bodyPr/>
          <a:lstStyle>
            <a:lvl1pPr marL="0" indent="0" algn="ctr">
              <a:buNone/>
              <a:defRPr sz="1200" cap="all" spc="200" baseline="0">
                <a:solidFill>
                  <a:schemeClr val="accent6"/>
                </a:solidFill>
                <a:latin typeface="+mj-lt"/>
              </a:defRPr>
            </a:lvl1pPr>
          </a:lstStyle>
          <a:p>
            <a:pPr lvl="0"/>
            <a:r>
              <a:rPr lang="en-US"/>
              <a:t>Add Name</a:t>
            </a:r>
          </a:p>
        </p:txBody>
      </p:sp>
      <p:sp>
        <p:nvSpPr>
          <p:cNvPr id="74" name="Text Placeholder 14">
            <a:extLst>
              <a:ext uri="{FF2B5EF4-FFF2-40B4-BE49-F238E27FC236}">
                <a16:creationId xmlns:a16="http://schemas.microsoft.com/office/drawing/2014/main" id="{E361B92F-F111-450A-A880-C34503792307}"/>
              </a:ext>
            </a:extLst>
          </p:cNvPr>
          <p:cNvSpPr>
            <a:spLocks noGrp="1"/>
          </p:cNvSpPr>
          <p:nvPr>
            <p:ph type="body" sz="quarter" idx="32" hasCustomPrompt="1"/>
          </p:nvPr>
        </p:nvSpPr>
        <p:spPr>
          <a:xfrm>
            <a:off x="2896865" y="5813275"/>
            <a:ext cx="1885516" cy="365125"/>
          </a:xfrm>
          <a:prstGeom prst="rect">
            <a:avLst/>
          </a:prstGeom>
        </p:spPr>
        <p:txBody>
          <a:bodyPr/>
          <a:lstStyle>
            <a:lvl1pPr marL="0" indent="0" algn="ctr">
              <a:lnSpc>
                <a:spcPct val="90000"/>
              </a:lnSpc>
              <a:spcBef>
                <a:spcPts val="0"/>
              </a:spcBef>
              <a:buNone/>
              <a:defRPr sz="1000" cap="none" spc="0" baseline="0">
                <a:solidFill>
                  <a:schemeClr val="bg1"/>
                </a:solidFill>
                <a:latin typeface="+mn-lt"/>
              </a:defRPr>
            </a:lvl1pPr>
          </a:lstStyle>
          <a:p>
            <a:pPr lvl="0"/>
            <a:r>
              <a:rPr lang="en-US"/>
              <a:t>Add title</a:t>
            </a:r>
          </a:p>
        </p:txBody>
      </p:sp>
      <p:sp>
        <p:nvSpPr>
          <p:cNvPr id="75" name="Text Placeholder 14">
            <a:extLst>
              <a:ext uri="{FF2B5EF4-FFF2-40B4-BE49-F238E27FC236}">
                <a16:creationId xmlns:a16="http://schemas.microsoft.com/office/drawing/2014/main" id="{375C0FEC-10E7-43EA-953F-8CB9B43D05D4}"/>
              </a:ext>
            </a:extLst>
          </p:cNvPr>
          <p:cNvSpPr>
            <a:spLocks noGrp="1"/>
          </p:cNvSpPr>
          <p:nvPr>
            <p:ph type="body" sz="quarter" idx="33" hasCustomPrompt="1"/>
          </p:nvPr>
        </p:nvSpPr>
        <p:spPr>
          <a:xfrm>
            <a:off x="4898932" y="5587307"/>
            <a:ext cx="2085792" cy="274650"/>
          </a:xfrm>
          <a:prstGeom prst="rect">
            <a:avLst/>
          </a:prstGeom>
        </p:spPr>
        <p:txBody>
          <a:bodyPr/>
          <a:lstStyle>
            <a:lvl1pPr marL="0" indent="0" algn="ctr">
              <a:buNone/>
              <a:defRPr sz="1200" cap="all" spc="200" baseline="0">
                <a:solidFill>
                  <a:schemeClr val="accent6"/>
                </a:solidFill>
                <a:latin typeface="+mj-lt"/>
              </a:defRPr>
            </a:lvl1pPr>
          </a:lstStyle>
          <a:p>
            <a:pPr lvl="0"/>
            <a:r>
              <a:rPr lang="en-US"/>
              <a:t>Add Name</a:t>
            </a:r>
          </a:p>
        </p:txBody>
      </p:sp>
      <p:sp>
        <p:nvSpPr>
          <p:cNvPr id="76" name="Text Placeholder 14">
            <a:extLst>
              <a:ext uri="{FF2B5EF4-FFF2-40B4-BE49-F238E27FC236}">
                <a16:creationId xmlns:a16="http://schemas.microsoft.com/office/drawing/2014/main" id="{84B1D0A0-DE01-44D1-9B3D-C05DBE9FF754}"/>
              </a:ext>
            </a:extLst>
          </p:cNvPr>
          <p:cNvSpPr>
            <a:spLocks noGrp="1"/>
          </p:cNvSpPr>
          <p:nvPr>
            <p:ph type="body" sz="quarter" idx="34" hasCustomPrompt="1"/>
          </p:nvPr>
        </p:nvSpPr>
        <p:spPr>
          <a:xfrm>
            <a:off x="4999070" y="5813275"/>
            <a:ext cx="1885516" cy="365125"/>
          </a:xfrm>
          <a:prstGeom prst="rect">
            <a:avLst/>
          </a:prstGeom>
        </p:spPr>
        <p:txBody>
          <a:bodyPr/>
          <a:lstStyle>
            <a:lvl1pPr marL="0" indent="0" algn="ctr">
              <a:lnSpc>
                <a:spcPct val="90000"/>
              </a:lnSpc>
              <a:spcBef>
                <a:spcPts val="0"/>
              </a:spcBef>
              <a:buNone/>
              <a:defRPr sz="1000" cap="none" spc="0" baseline="0">
                <a:solidFill>
                  <a:schemeClr val="bg1"/>
                </a:solidFill>
                <a:latin typeface="+mn-lt"/>
              </a:defRPr>
            </a:lvl1pPr>
          </a:lstStyle>
          <a:p>
            <a:pPr lvl="0"/>
            <a:r>
              <a:rPr lang="en-US"/>
              <a:t>Add title</a:t>
            </a:r>
          </a:p>
        </p:txBody>
      </p:sp>
      <p:sp>
        <p:nvSpPr>
          <p:cNvPr id="77" name="Text Placeholder 14">
            <a:extLst>
              <a:ext uri="{FF2B5EF4-FFF2-40B4-BE49-F238E27FC236}">
                <a16:creationId xmlns:a16="http://schemas.microsoft.com/office/drawing/2014/main" id="{DB6914BB-9516-4473-A02F-1A325FA7EF4F}"/>
              </a:ext>
            </a:extLst>
          </p:cNvPr>
          <p:cNvSpPr>
            <a:spLocks noGrp="1"/>
          </p:cNvSpPr>
          <p:nvPr>
            <p:ph type="body" sz="quarter" idx="35" hasCustomPrompt="1"/>
          </p:nvPr>
        </p:nvSpPr>
        <p:spPr>
          <a:xfrm>
            <a:off x="7000136" y="5587475"/>
            <a:ext cx="2085792" cy="274650"/>
          </a:xfrm>
          <a:prstGeom prst="rect">
            <a:avLst/>
          </a:prstGeom>
        </p:spPr>
        <p:txBody>
          <a:bodyPr/>
          <a:lstStyle>
            <a:lvl1pPr marL="0" indent="0" algn="ctr">
              <a:buNone/>
              <a:defRPr sz="1200" cap="all" spc="200" baseline="0">
                <a:solidFill>
                  <a:schemeClr val="accent6"/>
                </a:solidFill>
                <a:latin typeface="+mj-lt"/>
              </a:defRPr>
            </a:lvl1pPr>
          </a:lstStyle>
          <a:p>
            <a:pPr lvl="0"/>
            <a:r>
              <a:rPr lang="en-US"/>
              <a:t>Add Name</a:t>
            </a:r>
          </a:p>
        </p:txBody>
      </p:sp>
      <p:sp>
        <p:nvSpPr>
          <p:cNvPr id="78" name="Text Placeholder 14">
            <a:extLst>
              <a:ext uri="{FF2B5EF4-FFF2-40B4-BE49-F238E27FC236}">
                <a16:creationId xmlns:a16="http://schemas.microsoft.com/office/drawing/2014/main" id="{FEE30418-F1D4-4D16-A984-FAA6CA0C74BF}"/>
              </a:ext>
            </a:extLst>
          </p:cNvPr>
          <p:cNvSpPr>
            <a:spLocks noGrp="1"/>
          </p:cNvSpPr>
          <p:nvPr>
            <p:ph type="body" sz="quarter" idx="36" hasCustomPrompt="1"/>
          </p:nvPr>
        </p:nvSpPr>
        <p:spPr>
          <a:xfrm>
            <a:off x="7100274" y="5813275"/>
            <a:ext cx="1885516" cy="365125"/>
          </a:xfrm>
          <a:prstGeom prst="rect">
            <a:avLst/>
          </a:prstGeom>
        </p:spPr>
        <p:txBody>
          <a:bodyPr/>
          <a:lstStyle>
            <a:lvl1pPr marL="0" indent="0" algn="ctr">
              <a:lnSpc>
                <a:spcPct val="90000"/>
              </a:lnSpc>
              <a:spcBef>
                <a:spcPts val="0"/>
              </a:spcBef>
              <a:buNone/>
              <a:defRPr sz="1000" cap="none" spc="0" baseline="0">
                <a:solidFill>
                  <a:schemeClr val="bg1"/>
                </a:solidFill>
                <a:latin typeface="+mn-lt"/>
              </a:defRPr>
            </a:lvl1pPr>
          </a:lstStyle>
          <a:p>
            <a:pPr lvl="0"/>
            <a:r>
              <a:rPr lang="en-US"/>
              <a:t>Add title</a:t>
            </a:r>
          </a:p>
        </p:txBody>
      </p:sp>
      <p:sp>
        <p:nvSpPr>
          <p:cNvPr id="79" name="Text Placeholder 14">
            <a:extLst>
              <a:ext uri="{FF2B5EF4-FFF2-40B4-BE49-F238E27FC236}">
                <a16:creationId xmlns:a16="http://schemas.microsoft.com/office/drawing/2014/main" id="{6D336D9D-1BA1-44AE-96D0-3ABDA2E02FB5}"/>
              </a:ext>
            </a:extLst>
          </p:cNvPr>
          <p:cNvSpPr>
            <a:spLocks noGrp="1"/>
          </p:cNvSpPr>
          <p:nvPr>
            <p:ph type="body" sz="quarter" idx="37" hasCustomPrompt="1"/>
          </p:nvPr>
        </p:nvSpPr>
        <p:spPr>
          <a:xfrm>
            <a:off x="9095950" y="5587307"/>
            <a:ext cx="2085792" cy="274650"/>
          </a:xfrm>
          <a:prstGeom prst="rect">
            <a:avLst/>
          </a:prstGeom>
        </p:spPr>
        <p:txBody>
          <a:bodyPr/>
          <a:lstStyle>
            <a:lvl1pPr marL="0" indent="0" algn="ctr">
              <a:buNone/>
              <a:defRPr sz="1200" cap="all" spc="200" baseline="0">
                <a:solidFill>
                  <a:schemeClr val="accent6"/>
                </a:solidFill>
                <a:latin typeface="+mj-lt"/>
              </a:defRPr>
            </a:lvl1pPr>
          </a:lstStyle>
          <a:p>
            <a:pPr lvl="0"/>
            <a:r>
              <a:rPr lang="en-US"/>
              <a:t>Add Name</a:t>
            </a:r>
          </a:p>
        </p:txBody>
      </p:sp>
      <p:sp>
        <p:nvSpPr>
          <p:cNvPr id="80" name="Text Placeholder 14">
            <a:extLst>
              <a:ext uri="{FF2B5EF4-FFF2-40B4-BE49-F238E27FC236}">
                <a16:creationId xmlns:a16="http://schemas.microsoft.com/office/drawing/2014/main" id="{6CFC9B87-2AEB-414D-90C4-B7F8F4AA9080}"/>
              </a:ext>
            </a:extLst>
          </p:cNvPr>
          <p:cNvSpPr>
            <a:spLocks noGrp="1"/>
          </p:cNvSpPr>
          <p:nvPr>
            <p:ph type="body" sz="quarter" idx="38" hasCustomPrompt="1"/>
          </p:nvPr>
        </p:nvSpPr>
        <p:spPr>
          <a:xfrm>
            <a:off x="9192018" y="5813275"/>
            <a:ext cx="1885515" cy="365125"/>
          </a:xfrm>
          <a:prstGeom prst="rect">
            <a:avLst/>
          </a:prstGeom>
        </p:spPr>
        <p:txBody>
          <a:bodyPr/>
          <a:lstStyle>
            <a:lvl1pPr marL="0" indent="0" algn="ctr">
              <a:lnSpc>
                <a:spcPct val="90000"/>
              </a:lnSpc>
              <a:spcBef>
                <a:spcPts val="0"/>
              </a:spcBef>
              <a:buNone/>
              <a:defRPr sz="1000" cap="none" spc="0" baseline="0">
                <a:solidFill>
                  <a:schemeClr val="bg1"/>
                </a:solidFill>
                <a:latin typeface="+mn-lt"/>
              </a:defRPr>
            </a:lvl1pPr>
          </a:lstStyle>
          <a:p>
            <a:pPr lvl="0"/>
            <a:r>
              <a:rPr lang="en-US"/>
              <a:t>Add title</a:t>
            </a:r>
          </a:p>
        </p:txBody>
      </p:sp>
      <p:sp>
        <p:nvSpPr>
          <p:cNvPr id="82" name="Oval 81">
            <a:extLst>
              <a:ext uri="{FF2B5EF4-FFF2-40B4-BE49-F238E27FC236}">
                <a16:creationId xmlns:a16="http://schemas.microsoft.com/office/drawing/2014/main" id="{9DC42105-8FBF-4317-8822-399B1F791ABF}"/>
              </a:ext>
              <a:ext uri="{C183D7F6-B498-43B3-948B-1728B52AA6E4}">
                <adec:decorative xmlns:adec="http://schemas.microsoft.com/office/drawing/2017/decorative" val="1"/>
              </a:ext>
            </a:extLst>
          </p:cNvPr>
          <p:cNvSpPr/>
          <p:nvPr userDrawn="1"/>
        </p:nvSpPr>
        <p:spPr>
          <a:xfrm>
            <a:off x="5105188" y="1221389"/>
            <a:ext cx="1601183" cy="1601183"/>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 85">
            <a:extLst>
              <a:ext uri="{FF2B5EF4-FFF2-40B4-BE49-F238E27FC236}">
                <a16:creationId xmlns:a16="http://schemas.microsoft.com/office/drawing/2014/main" id="{644C80F9-E615-4699-A719-131E62011769}"/>
              </a:ext>
              <a:ext uri="{C183D7F6-B498-43B3-948B-1728B52AA6E4}">
                <adec:decorative xmlns:adec="http://schemas.microsoft.com/office/drawing/2017/decorative" val="1"/>
              </a:ext>
            </a:extLst>
          </p:cNvPr>
          <p:cNvSpPr/>
          <p:nvPr userDrawn="1"/>
        </p:nvSpPr>
        <p:spPr>
          <a:xfrm>
            <a:off x="7200238" y="1230949"/>
            <a:ext cx="1601183" cy="1601183"/>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Oval 87">
            <a:extLst>
              <a:ext uri="{FF2B5EF4-FFF2-40B4-BE49-F238E27FC236}">
                <a16:creationId xmlns:a16="http://schemas.microsoft.com/office/drawing/2014/main" id="{191882A0-07C5-40D6-9520-02882775B26A}"/>
              </a:ext>
              <a:ext uri="{C183D7F6-B498-43B3-948B-1728B52AA6E4}">
                <adec:decorative xmlns:adec="http://schemas.microsoft.com/office/drawing/2017/decorative" val="1"/>
              </a:ext>
            </a:extLst>
          </p:cNvPr>
          <p:cNvSpPr/>
          <p:nvPr userDrawn="1"/>
        </p:nvSpPr>
        <p:spPr>
          <a:xfrm>
            <a:off x="9279445" y="1221389"/>
            <a:ext cx="1601183" cy="1601183"/>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Oval 97">
            <a:extLst>
              <a:ext uri="{FF2B5EF4-FFF2-40B4-BE49-F238E27FC236}">
                <a16:creationId xmlns:a16="http://schemas.microsoft.com/office/drawing/2014/main" id="{242E90BB-F1EA-466F-939C-623189DF3ADD}"/>
              </a:ext>
              <a:ext uri="{C183D7F6-B498-43B3-948B-1728B52AA6E4}">
                <adec:decorative xmlns:adec="http://schemas.microsoft.com/office/drawing/2017/decorative" val="1"/>
              </a:ext>
            </a:extLst>
          </p:cNvPr>
          <p:cNvSpPr/>
          <p:nvPr userDrawn="1"/>
        </p:nvSpPr>
        <p:spPr>
          <a:xfrm>
            <a:off x="3031535" y="3863030"/>
            <a:ext cx="1601183" cy="1601183"/>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Oval 99">
            <a:extLst>
              <a:ext uri="{FF2B5EF4-FFF2-40B4-BE49-F238E27FC236}">
                <a16:creationId xmlns:a16="http://schemas.microsoft.com/office/drawing/2014/main" id="{CBBFD36F-B307-4513-ABAD-4A02FF737176}"/>
              </a:ext>
              <a:ext uri="{C183D7F6-B498-43B3-948B-1728B52AA6E4}">
                <adec:decorative xmlns:adec="http://schemas.microsoft.com/office/drawing/2017/decorative" val="1"/>
              </a:ext>
            </a:extLst>
          </p:cNvPr>
          <p:cNvSpPr/>
          <p:nvPr userDrawn="1"/>
        </p:nvSpPr>
        <p:spPr>
          <a:xfrm>
            <a:off x="5105187" y="3862297"/>
            <a:ext cx="1601183" cy="1601183"/>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a:extLst>
              <a:ext uri="{FF2B5EF4-FFF2-40B4-BE49-F238E27FC236}">
                <a16:creationId xmlns:a16="http://schemas.microsoft.com/office/drawing/2014/main" id="{2E69D0B1-6D57-4A70-9C3C-F3A072AAA324}"/>
              </a:ext>
              <a:ext uri="{C183D7F6-B498-43B3-948B-1728B52AA6E4}">
                <adec:decorative xmlns:adec="http://schemas.microsoft.com/office/drawing/2017/decorative" val="1"/>
              </a:ext>
            </a:extLst>
          </p:cNvPr>
          <p:cNvSpPr/>
          <p:nvPr userDrawn="1"/>
        </p:nvSpPr>
        <p:spPr>
          <a:xfrm>
            <a:off x="7200237" y="3871857"/>
            <a:ext cx="1601183" cy="1601183"/>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a:extLst>
              <a:ext uri="{FF2B5EF4-FFF2-40B4-BE49-F238E27FC236}">
                <a16:creationId xmlns:a16="http://schemas.microsoft.com/office/drawing/2014/main" id="{95C6593C-7D72-47FB-AACE-F8848EAFA3AB}"/>
              </a:ext>
              <a:ext uri="{C183D7F6-B498-43B3-948B-1728B52AA6E4}">
                <adec:decorative xmlns:adec="http://schemas.microsoft.com/office/drawing/2017/decorative" val="1"/>
              </a:ext>
            </a:extLst>
          </p:cNvPr>
          <p:cNvSpPr/>
          <p:nvPr userDrawn="1"/>
        </p:nvSpPr>
        <p:spPr>
          <a:xfrm>
            <a:off x="9279444" y="3862297"/>
            <a:ext cx="1601183" cy="1601183"/>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Footer Placeholder 15">
            <a:extLst>
              <a:ext uri="{FF2B5EF4-FFF2-40B4-BE49-F238E27FC236}">
                <a16:creationId xmlns:a16="http://schemas.microsoft.com/office/drawing/2014/main" id="{75E80FB1-82CC-4144-A899-130449B1AC1C}"/>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a:t>PRESENTATION TITLE</a:t>
            </a:r>
          </a:p>
        </p:txBody>
      </p:sp>
      <p:sp>
        <p:nvSpPr>
          <p:cNvPr id="106" name="Slide Number Placeholder 16">
            <a:extLst>
              <a:ext uri="{FF2B5EF4-FFF2-40B4-BE49-F238E27FC236}">
                <a16:creationId xmlns:a16="http://schemas.microsoft.com/office/drawing/2014/main" id="{10233900-5A86-4114-B6F5-3A0EA053C022}"/>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a:p>
        </p:txBody>
      </p:sp>
      <p:sp>
        <p:nvSpPr>
          <p:cNvPr id="107" name="Date Placeholder 14">
            <a:extLst>
              <a:ext uri="{FF2B5EF4-FFF2-40B4-BE49-F238E27FC236}">
                <a16:creationId xmlns:a16="http://schemas.microsoft.com/office/drawing/2014/main" id="{FD1BC0B7-CAA7-4673-9A20-4EFEDC54FC46}"/>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a:t>May 21, 20xx</a:t>
            </a:r>
          </a:p>
        </p:txBody>
      </p:sp>
    </p:spTree>
    <p:extLst>
      <p:ext uri="{BB962C8B-B14F-4D97-AF65-F5344CB8AC3E}">
        <p14:creationId xmlns:p14="http://schemas.microsoft.com/office/powerpoint/2010/main" val="18023333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unding">
    <p:spTree>
      <p:nvGrpSpPr>
        <p:cNvPr id="1" name=""/>
        <p:cNvGrpSpPr/>
        <p:nvPr/>
      </p:nvGrpSpPr>
      <p:grpSpPr>
        <a:xfrm>
          <a:off x="0" y="0"/>
          <a:ext cx="0" cy="0"/>
          <a:chOff x="0" y="0"/>
          <a:chExt cx="0" cy="0"/>
        </a:xfrm>
      </p:grpSpPr>
      <p:pic>
        <p:nvPicPr>
          <p:cNvPr id="50" name="Graphic 49">
            <a:extLst>
              <a:ext uri="{FF2B5EF4-FFF2-40B4-BE49-F238E27FC236}">
                <a16:creationId xmlns:a16="http://schemas.microsoft.com/office/drawing/2014/main" id="{17DE9787-F8D7-4BBC-B3C0-144EEF47302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CB7F666A-7AF7-4FC6-99DD-E06ED83C2E88}"/>
              </a:ext>
            </a:extLst>
          </p:cNvPr>
          <p:cNvSpPr>
            <a:spLocks noGrp="1"/>
          </p:cNvSpPr>
          <p:nvPr>
            <p:ph type="title" hasCustomPrompt="1"/>
          </p:nvPr>
        </p:nvSpPr>
        <p:spPr>
          <a:xfrm>
            <a:off x="3131507" y="412356"/>
            <a:ext cx="5561556" cy="567670"/>
          </a:xfrm>
          <a:prstGeom prst="rect">
            <a:avLst/>
          </a:prstGeom>
        </p:spPr>
        <p:txBody>
          <a:bodyPr/>
          <a:lstStyle>
            <a:lvl1pPr algn="ctr">
              <a:defRPr sz="2800" cap="all" spc="400" baseline="0">
                <a:solidFill>
                  <a:schemeClr val="bg1"/>
                </a:solidFill>
              </a:defRPr>
            </a:lvl1pPr>
          </a:lstStyle>
          <a:p>
            <a:r>
              <a:rPr lang="en-US"/>
              <a:t>Click to add title</a:t>
            </a:r>
          </a:p>
        </p:txBody>
      </p:sp>
      <p:sp>
        <p:nvSpPr>
          <p:cNvPr id="45" name="Text Placeholder 10">
            <a:extLst>
              <a:ext uri="{FF2B5EF4-FFF2-40B4-BE49-F238E27FC236}">
                <a16:creationId xmlns:a16="http://schemas.microsoft.com/office/drawing/2014/main" id="{F2A51B67-A536-47ED-9C35-D2A4CF043420}"/>
              </a:ext>
            </a:extLst>
          </p:cNvPr>
          <p:cNvSpPr>
            <a:spLocks noGrp="1"/>
          </p:cNvSpPr>
          <p:nvPr>
            <p:ph type="body" sz="quarter" idx="21" hasCustomPrompt="1"/>
          </p:nvPr>
        </p:nvSpPr>
        <p:spPr>
          <a:xfrm>
            <a:off x="930273" y="2216292"/>
            <a:ext cx="1611892" cy="1151632"/>
          </a:xfrm>
          <a:prstGeom prst="rect">
            <a:avLst/>
          </a:prstGeom>
        </p:spPr>
        <p:txBody>
          <a:bodyPr anchor="ctr"/>
          <a:lstStyle>
            <a:lvl1pPr marL="0" indent="0" algn="ctr">
              <a:lnSpc>
                <a:spcPct val="100000"/>
              </a:lnSpc>
              <a:spcBef>
                <a:spcPts val="0"/>
              </a:spcBef>
              <a:spcAft>
                <a:spcPts val="0"/>
              </a:spcAft>
              <a:buNone/>
              <a:defRPr sz="4000" cap="all" spc="400" baseline="0">
                <a:solidFill>
                  <a:schemeClr val="accent5"/>
                </a:solidFill>
                <a:latin typeface="+mj-lt"/>
              </a:defRPr>
            </a:lvl1pPr>
          </a:lstStyle>
          <a:p>
            <a:pPr lvl="0"/>
            <a:r>
              <a:rPr lang="en-US"/>
              <a:t>Add title</a:t>
            </a:r>
          </a:p>
        </p:txBody>
      </p:sp>
      <p:sp>
        <p:nvSpPr>
          <p:cNvPr id="49" name="Text Placeholder 10">
            <a:extLst>
              <a:ext uri="{FF2B5EF4-FFF2-40B4-BE49-F238E27FC236}">
                <a16:creationId xmlns:a16="http://schemas.microsoft.com/office/drawing/2014/main" id="{22B9C39F-D011-4AC3-A4D5-F61A1CB3650B}"/>
              </a:ext>
            </a:extLst>
          </p:cNvPr>
          <p:cNvSpPr>
            <a:spLocks noGrp="1"/>
          </p:cNvSpPr>
          <p:nvPr>
            <p:ph type="body" sz="quarter" idx="22" hasCustomPrompt="1"/>
          </p:nvPr>
        </p:nvSpPr>
        <p:spPr>
          <a:xfrm>
            <a:off x="3613801" y="2216293"/>
            <a:ext cx="1611892" cy="1151632"/>
          </a:xfrm>
          <a:prstGeom prst="rect">
            <a:avLst/>
          </a:prstGeom>
        </p:spPr>
        <p:txBody>
          <a:bodyPr anchor="ctr"/>
          <a:lstStyle>
            <a:lvl1pPr marL="0" indent="0" algn="ctr">
              <a:lnSpc>
                <a:spcPct val="100000"/>
              </a:lnSpc>
              <a:spcBef>
                <a:spcPts val="0"/>
              </a:spcBef>
              <a:buNone/>
              <a:defRPr sz="4000" cap="all" spc="400" baseline="0">
                <a:solidFill>
                  <a:schemeClr val="accent6">
                    <a:lumMod val="75000"/>
                  </a:schemeClr>
                </a:solidFill>
                <a:latin typeface="+mj-lt"/>
              </a:defRPr>
            </a:lvl1pPr>
          </a:lstStyle>
          <a:p>
            <a:pPr lvl="0"/>
            <a:r>
              <a:rPr lang="en-US"/>
              <a:t>Add title</a:t>
            </a:r>
          </a:p>
        </p:txBody>
      </p:sp>
      <p:sp>
        <p:nvSpPr>
          <p:cNvPr id="47" name="Text Placeholder 10">
            <a:extLst>
              <a:ext uri="{FF2B5EF4-FFF2-40B4-BE49-F238E27FC236}">
                <a16:creationId xmlns:a16="http://schemas.microsoft.com/office/drawing/2014/main" id="{4ACDF114-02BD-4A37-9BE7-AA8094B7CD20}"/>
              </a:ext>
            </a:extLst>
          </p:cNvPr>
          <p:cNvSpPr>
            <a:spLocks noGrp="1"/>
          </p:cNvSpPr>
          <p:nvPr>
            <p:ph type="body" sz="quarter" idx="23" hasCustomPrompt="1"/>
          </p:nvPr>
        </p:nvSpPr>
        <p:spPr>
          <a:xfrm>
            <a:off x="6297329" y="2216293"/>
            <a:ext cx="1611892" cy="1151632"/>
          </a:xfrm>
          <a:prstGeom prst="rect">
            <a:avLst/>
          </a:prstGeom>
        </p:spPr>
        <p:txBody>
          <a:bodyPr anchor="ctr"/>
          <a:lstStyle>
            <a:lvl1pPr marL="0" indent="0" algn="ctr">
              <a:lnSpc>
                <a:spcPct val="100000"/>
              </a:lnSpc>
              <a:spcBef>
                <a:spcPts val="0"/>
              </a:spcBef>
              <a:buNone/>
              <a:defRPr sz="4000" cap="all" spc="400" baseline="0">
                <a:solidFill>
                  <a:schemeClr val="accent1">
                    <a:lumMod val="50000"/>
                    <a:lumOff val="50000"/>
                  </a:schemeClr>
                </a:solidFill>
                <a:latin typeface="+mj-lt"/>
              </a:defRPr>
            </a:lvl1pPr>
          </a:lstStyle>
          <a:p>
            <a:pPr lvl="0"/>
            <a:r>
              <a:rPr lang="en-US"/>
              <a:t>Add title</a:t>
            </a:r>
          </a:p>
        </p:txBody>
      </p:sp>
      <p:sp>
        <p:nvSpPr>
          <p:cNvPr id="48" name="Text Placeholder 10">
            <a:extLst>
              <a:ext uri="{FF2B5EF4-FFF2-40B4-BE49-F238E27FC236}">
                <a16:creationId xmlns:a16="http://schemas.microsoft.com/office/drawing/2014/main" id="{E3852728-C736-414F-BEC0-31AB3A704D1D}"/>
              </a:ext>
            </a:extLst>
          </p:cNvPr>
          <p:cNvSpPr>
            <a:spLocks noGrp="1"/>
          </p:cNvSpPr>
          <p:nvPr>
            <p:ph type="body" sz="quarter" idx="24" hasCustomPrompt="1"/>
          </p:nvPr>
        </p:nvSpPr>
        <p:spPr>
          <a:xfrm>
            <a:off x="8980856" y="2216293"/>
            <a:ext cx="1611892" cy="1151632"/>
          </a:xfrm>
          <a:prstGeom prst="rect">
            <a:avLst/>
          </a:prstGeom>
        </p:spPr>
        <p:txBody>
          <a:bodyPr anchor="ctr"/>
          <a:lstStyle>
            <a:lvl1pPr marL="0" indent="0" algn="ctr">
              <a:lnSpc>
                <a:spcPct val="100000"/>
              </a:lnSpc>
              <a:spcBef>
                <a:spcPts val="0"/>
              </a:spcBef>
              <a:buNone/>
              <a:defRPr sz="4000" cap="all" spc="400" baseline="0">
                <a:solidFill>
                  <a:schemeClr val="accent3"/>
                </a:solidFill>
                <a:latin typeface="+mj-lt"/>
              </a:defRPr>
            </a:lvl1pPr>
          </a:lstStyle>
          <a:p>
            <a:pPr lvl="0"/>
            <a:r>
              <a:rPr lang="en-US"/>
              <a:t>Add title</a:t>
            </a:r>
          </a:p>
        </p:txBody>
      </p:sp>
      <p:sp>
        <p:nvSpPr>
          <p:cNvPr id="37" name="Text Placeholder 14">
            <a:extLst>
              <a:ext uri="{FF2B5EF4-FFF2-40B4-BE49-F238E27FC236}">
                <a16:creationId xmlns:a16="http://schemas.microsoft.com/office/drawing/2014/main" id="{6B731840-A0DA-423D-9AD1-D542C17BA99A}"/>
              </a:ext>
            </a:extLst>
          </p:cNvPr>
          <p:cNvSpPr>
            <a:spLocks noGrp="1"/>
          </p:cNvSpPr>
          <p:nvPr>
            <p:ph type="body" sz="quarter" idx="12" hasCustomPrompt="1"/>
          </p:nvPr>
        </p:nvSpPr>
        <p:spPr>
          <a:xfrm>
            <a:off x="545026" y="3927568"/>
            <a:ext cx="2382386" cy="613702"/>
          </a:xfrm>
          <a:prstGeom prst="rect">
            <a:avLst/>
          </a:prstGeom>
        </p:spPr>
        <p:txBody>
          <a:bodyPr anchor="b"/>
          <a:lstStyle>
            <a:lvl1pPr marL="0" indent="0" algn="ctr">
              <a:lnSpc>
                <a:spcPct val="100000"/>
              </a:lnSpc>
              <a:spcBef>
                <a:spcPts val="0"/>
              </a:spcBef>
              <a:spcAft>
                <a:spcPts val="0"/>
              </a:spcAft>
              <a:buNone/>
              <a:defRPr sz="1600" cap="none" spc="200" baseline="0">
                <a:solidFill>
                  <a:schemeClr val="accent5"/>
                </a:solidFill>
                <a:latin typeface="+mj-lt"/>
              </a:defRPr>
            </a:lvl1pPr>
          </a:lstStyle>
          <a:p>
            <a:pPr lvl="0"/>
            <a:r>
              <a:rPr lang="en-US"/>
              <a:t>Click to add title</a:t>
            </a:r>
          </a:p>
        </p:txBody>
      </p:sp>
      <p:sp>
        <p:nvSpPr>
          <p:cNvPr id="38" name="Text Placeholder 14">
            <a:extLst>
              <a:ext uri="{FF2B5EF4-FFF2-40B4-BE49-F238E27FC236}">
                <a16:creationId xmlns:a16="http://schemas.microsoft.com/office/drawing/2014/main" id="{1E47A2D3-1E75-488B-A7B8-CB951C8CFBF3}"/>
              </a:ext>
            </a:extLst>
          </p:cNvPr>
          <p:cNvSpPr>
            <a:spLocks noGrp="1"/>
          </p:cNvSpPr>
          <p:nvPr>
            <p:ph type="body" sz="quarter" idx="13" hasCustomPrompt="1"/>
          </p:nvPr>
        </p:nvSpPr>
        <p:spPr>
          <a:xfrm>
            <a:off x="545026" y="4519311"/>
            <a:ext cx="2382386" cy="857935"/>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a:t>Click to add text</a:t>
            </a:r>
          </a:p>
        </p:txBody>
      </p:sp>
      <p:sp>
        <p:nvSpPr>
          <p:cNvPr id="39" name="Text Placeholder 14">
            <a:extLst>
              <a:ext uri="{FF2B5EF4-FFF2-40B4-BE49-F238E27FC236}">
                <a16:creationId xmlns:a16="http://schemas.microsoft.com/office/drawing/2014/main" id="{2D6ADA9B-155A-4D54-8FCB-993ADEDA7934}"/>
              </a:ext>
            </a:extLst>
          </p:cNvPr>
          <p:cNvSpPr>
            <a:spLocks noGrp="1"/>
          </p:cNvSpPr>
          <p:nvPr>
            <p:ph type="body" sz="quarter" idx="15" hasCustomPrompt="1"/>
          </p:nvPr>
        </p:nvSpPr>
        <p:spPr>
          <a:xfrm>
            <a:off x="3228554" y="3927568"/>
            <a:ext cx="2382386" cy="613702"/>
          </a:xfrm>
          <a:prstGeom prst="rect">
            <a:avLst/>
          </a:prstGeom>
        </p:spPr>
        <p:txBody>
          <a:bodyPr anchor="b"/>
          <a:lstStyle>
            <a:lvl1pPr marL="0" indent="0" algn="ctr">
              <a:lnSpc>
                <a:spcPct val="100000"/>
              </a:lnSpc>
              <a:spcBef>
                <a:spcPts val="0"/>
              </a:spcBef>
              <a:spcAft>
                <a:spcPts val="0"/>
              </a:spcAft>
              <a:buNone/>
              <a:defRPr sz="1600" cap="none" spc="200" baseline="0">
                <a:solidFill>
                  <a:schemeClr val="accent6">
                    <a:lumMod val="75000"/>
                  </a:schemeClr>
                </a:solidFill>
                <a:latin typeface="+mj-lt"/>
              </a:defRPr>
            </a:lvl1pPr>
          </a:lstStyle>
          <a:p>
            <a:pPr lvl="0"/>
            <a:r>
              <a:rPr lang="en-US"/>
              <a:t>Click to add title</a:t>
            </a:r>
          </a:p>
        </p:txBody>
      </p:sp>
      <p:sp>
        <p:nvSpPr>
          <p:cNvPr id="40" name="Text Placeholder 14">
            <a:extLst>
              <a:ext uri="{FF2B5EF4-FFF2-40B4-BE49-F238E27FC236}">
                <a16:creationId xmlns:a16="http://schemas.microsoft.com/office/drawing/2014/main" id="{EF3CF6C8-7D4D-4E50-B616-0431BD4830E4}"/>
              </a:ext>
            </a:extLst>
          </p:cNvPr>
          <p:cNvSpPr>
            <a:spLocks noGrp="1"/>
          </p:cNvSpPr>
          <p:nvPr>
            <p:ph type="body" sz="quarter" idx="16" hasCustomPrompt="1"/>
          </p:nvPr>
        </p:nvSpPr>
        <p:spPr>
          <a:xfrm>
            <a:off x="3228554" y="4519311"/>
            <a:ext cx="2382386" cy="857935"/>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a:t>Click to add text</a:t>
            </a:r>
          </a:p>
        </p:txBody>
      </p:sp>
      <p:sp>
        <p:nvSpPr>
          <p:cNvPr id="41" name="Text Placeholder 14">
            <a:extLst>
              <a:ext uri="{FF2B5EF4-FFF2-40B4-BE49-F238E27FC236}">
                <a16:creationId xmlns:a16="http://schemas.microsoft.com/office/drawing/2014/main" id="{1CDF49FC-54E3-44AE-A97C-193A25AD6CB3}"/>
              </a:ext>
            </a:extLst>
          </p:cNvPr>
          <p:cNvSpPr>
            <a:spLocks noGrp="1"/>
          </p:cNvSpPr>
          <p:nvPr>
            <p:ph type="body" sz="quarter" idx="17" hasCustomPrompt="1"/>
          </p:nvPr>
        </p:nvSpPr>
        <p:spPr>
          <a:xfrm>
            <a:off x="5912082" y="3927568"/>
            <a:ext cx="2382386" cy="613702"/>
          </a:xfrm>
          <a:prstGeom prst="rect">
            <a:avLst/>
          </a:prstGeom>
        </p:spPr>
        <p:txBody>
          <a:bodyPr anchor="b"/>
          <a:lstStyle>
            <a:lvl1pPr marL="0" indent="0" algn="ctr">
              <a:lnSpc>
                <a:spcPct val="100000"/>
              </a:lnSpc>
              <a:spcBef>
                <a:spcPts val="0"/>
              </a:spcBef>
              <a:spcAft>
                <a:spcPts val="0"/>
              </a:spcAft>
              <a:buNone/>
              <a:defRPr sz="1600" cap="none" spc="200" baseline="0">
                <a:solidFill>
                  <a:schemeClr val="accent1">
                    <a:lumMod val="50000"/>
                    <a:lumOff val="50000"/>
                  </a:schemeClr>
                </a:solidFill>
                <a:latin typeface="+mj-lt"/>
              </a:defRPr>
            </a:lvl1pPr>
          </a:lstStyle>
          <a:p>
            <a:pPr lvl="0"/>
            <a:r>
              <a:rPr lang="en-US"/>
              <a:t>Click to add title</a:t>
            </a:r>
          </a:p>
        </p:txBody>
      </p:sp>
      <p:sp>
        <p:nvSpPr>
          <p:cNvPr id="42" name="Text Placeholder 14">
            <a:extLst>
              <a:ext uri="{FF2B5EF4-FFF2-40B4-BE49-F238E27FC236}">
                <a16:creationId xmlns:a16="http://schemas.microsoft.com/office/drawing/2014/main" id="{742DE5D9-5D04-4F7F-9F34-704818185832}"/>
              </a:ext>
            </a:extLst>
          </p:cNvPr>
          <p:cNvSpPr>
            <a:spLocks noGrp="1"/>
          </p:cNvSpPr>
          <p:nvPr>
            <p:ph type="body" sz="quarter" idx="18" hasCustomPrompt="1"/>
          </p:nvPr>
        </p:nvSpPr>
        <p:spPr>
          <a:xfrm>
            <a:off x="5912082" y="4519311"/>
            <a:ext cx="2382386" cy="857935"/>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a:t>Click to add text</a:t>
            </a:r>
          </a:p>
        </p:txBody>
      </p:sp>
      <p:sp>
        <p:nvSpPr>
          <p:cNvPr id="43" name="Text Placeholder 14">
            <a:extLst>
              <a:ext uri="{FF2B5EF4-FFF2-40B4-BE49-F238E27FC236}">
                <a16:creationId xmlns:a16="http://schemas.microsoft.com/office/drawing/2014/main" id="{5F0B8140-B940-4531-9562-8D79015D9413}"/>
              </a:ext>
            </a:extLst>
          </p:cNvPr>
          <p:cNvSpPr>
            <a:spLocks noGrp="1"/>
          </p:cNvSpPr>
          <p:nvPr>
            <p:ph type="body" sz="quarter" idx="19" hasCustomPrompt="1"/>
          </p:nvPr>
        </p:nvSpPr>
        <p:spPr>
          <a:xfrm>
            <a:off x="8595609" y="3927568"/>
            <a:ext cx="2382386" cy="613702"/>
          </a:xfrm>
          <a:prstGeom prst="rect">
            <a:avLst/>
          </a:prstGeom>
        </p:spPr>
        <p:txBody>
          <a:bodyPr anchor="b"/>
          <a:lstStyle>
            <a:lvl1pPr marL="0" indent="0" algn="ctr">
              <a:lnSpc>
                <a:spcPct val="100000"/>
              </a:lnSpc>
              <a:spcBef>
                <a:spcPts val="0"/>
              </a:spcBef>
              <a:spcAft>
                <a:spcPts val="0"/>
              </a:spcAft>
              <a:buNone/>
              <a:defRPr sz="1600" cap="none" spc="200" baseline="0">
                <a:solidFill>
                  <a:schemeClr val="accent3"/>
                </a:solidFill>
                <a:latin typeface="+mj-lt"/>
              </a:defRPr>
            </a:lvl1pPr>
          </a:lstStyle>
          <a:p>
            <a:pPr lvl="0"/>
            <a:r>
              <a:rPr lang="en-US"/>
              <a:t>Click to add title</a:t>
            </a:r>
          </a:p>
        </p:txBody>
      </p:sp>
      <p:sp>
        <p:nvSpPr>
          <p:cNvPr id="44" name="Text Placeholder 14">
            <a:extLst>
              <a:ext uri="{FF2B5EF4-FFF2-40B4-BE49-F238E27FC236}">
                <a16:creationId xmlns:a16="http://schemas.microsoft.com/office/drawing/2014/main" id="{849CC034-065E-48F0-985D-B80C15200238}"/>
              </a:ext>
            </a:extLst>
          </p:cNvPr>
          <p:cNvSpPr>
            <a:spLocks noGrp="1"/>
          </p:cNvSpPr>
          <p:nvPr>
            <p:ph type="body" sz="quarter" idx="20" hasCustomPrompt="1"/>
          </p:nvPr>
        </p:nvSpPr>
        <p:spPr>
          <a:xfrm>
            <a:off x="8595609" y="4519311"/>
            <a:ext cx="2382386" cy="857935"/>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a:t>Click to add text</a:t>
            </a:r>
          </a:p>
        </p:txBody>
      </p:sp>
      <p:sp>
        <p:nvSpPr>
          <p:cNvPr id="12" name="Footer Placeholder 15">
            <a:extLst>
              <a:ext uri="{FF2B5EF4-FFF2-40B4-BE49-F238E27FC236}">
                <a16:creationId xmlns:a16="http://schemas.microsoft.com/office/drawing/2014/main" id="{8035ED58-36EB-4147-BCAF-919ADD4DD583}"/>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a:t>PRESENTATION TITLE</a:t>
            </a:r>
          </a:p>
        </p:txBody>
      </p:sp>
      <p:sp>
        <p:nvSpPr>
          <p:cNvPr id="13" name="Slide Number Placeholder 16">
            <a:extLst>
              <a:ext uri="{FF2B5EF4-FFF2-40B4-BE49-F238E27FC236}">
                <a16:creationId xmlns:a16="http://schemas.microsoft.com/office/drawing/2014/main" id="{7D46932B-0FD6-4226-B251-4B8154612142}"/>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a:p>
        </p:txBody>
      </p:sp>
      <p:sp>
        <p:nvSpPr>
          <p:cNvPr id="14" name="Date Placeholder 14">
            <a:extLst>
              <a:ext uri="{FF2B5EF4-FFF2-40B4-BE49-F238E27FC236}">
                <a16:creationId xmlns:a16="http://schemas.microsoft.com/office/drawing/2014/main" id="{56763F7F-D8C0-4AC6-96D0-C445984C5CB1}"/>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a:t>May 21, 20xx</a:t>
            </a:r>
          </a:p>
        </p:txBody>
      </p:sp>
    </p:spTree>
    <p:extLst>
      <p:ext uri="{BB962C8B-B14F-4D97-AF65-F5344CB8AC3E}">
        <p14:creationId xmlns:p14="http://schemas.microsoft.com/office/powerpoint/2010/main" val="7382815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pic>
        <p:nvPicPr>
          <p:cNvPr id="19" name="Graphic 18">
            <a:extLst>
              <a:ext uri="{FF2B5EF4-FFF2-40B4-BE49-F238E27FC236}">
                <a16:creationId xmlns:a16="http://schemas.microsoft.com/office/drawing/2014/main" id="{03BA4599-9856-44E7-A2B6-2354614AF73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A7B14DA-64F0-4FA7-9A51-F4DB18154D7E}"/>
              </a:ext>
            </a:extLst>
          </p:cNvPr>
          <p:cNvSpPr>
            <a:spLocks noGrp="1"/>
          </p:cNvSpPr>
          <p:nvPr>
            <p:ph type="title" hasCustomPrompt="1"/>
          </p:nvPr>
        </p:nvSpPr>
        <p:spPr>
          <a:xfrm>
            <a:off x="5679441" y="1259911"/>
            <a:ext cx="5124189" cy="492302"/>
          </a:xfrm>
          <a:prstGeom prst="rect">
            <a:avLst/>
          </a:prstGeom>
        </p:spPr>
        <p:txBody>
          <a:bodyPr/>
          <a:lstStyle>
            <a:lvl1pPr>
              <a:defRPr sz="2800" cap="all" spc="400" baseline="0">
                <a:solidFill>
                  <a:schemeClr val="accent6"/>
                </a:solidFill>
              </a:defRPr>
            </a:lvl1pPr>
          </a:lstStyle>
          <a:p>
            <a:r>
              <a:rPr lang="en-US"/>
              <a:t>Click to add title</a:t>
            </a:r>
          </a:p>
        </p:txBody>
      </p:sp>
      <p:sp>
        <p:nvSpPr>
          <p:cNvPr id="17" name="Text Placeholder 14">
            <a:extLst>
              <a:ext uri="{FF2B5EF4-FFF2-40B4-BE49-F238E27FC236}">
                <a16:creationId xmlns:a16="http://schemas.microsoft.com/office/drawing/2014/main" id="{DC4C8188-3DF6-4730-A43A-B789F03449DA}"/>
              </a:ext>
            </a:extLst>
          </p:cNvPr>
          <p:cNvSpPr>
            <a:spLocks noGrp="1"/>
          </p:cNvSpPr>
          <p:nvPr>
            <p:ph type="body" sz="quarter" idx="14" hasCustomPrompt="1"/>
          </p:nvPr>
        </p:nvSpPr>
        <p:spPr>
          <a:xfrm>
            <a:off x="5679441" y="1752212"/>
            <a:ext cx="4856479" cy="2413388"/>
          </a:xfrm>
          <a:prstGeom prst="rect">
            <a:avLst/>
          </a:prstGeom>
        </p:spPr>
        <p:txBody>
          <a:bodyPr/>
          <a:lstStyle>
            <a:lvl1pPr marL="0" indent="0">
              <a:lnSpc>
                <a:spcPct val="150000"/>
              </a:lnSpc>
              <a:spcBef>
                <a:spcPts val="0"/>
              </a:spcBef>
              <a:buNone/>
              <a:defRPr sz="1400" cap="none" spc="0" baseline="0">
                <a:solidFill>
                  <a:schemeClr val="bg1"/>
                </a:solidFill>
                <a:latin typeface="+mn-lt"/>
              </a:defRPr>
            </a:lvl1pPr>
          </a:lstStyle>
          <a:p>
            <a:pPr lvl="0"/>
            <a:r>
              <a:rPr lang="en-US"/>
              <a:t>Click to add text</a:t>
            </a:r>
          </a:p>
        </p:txBody>
      </p:sp>
      <p:sp>
        <p:nvSpPr>
          <p:cNvPr id="13" name="Footer Placeholder 15">
            <a:extLst>
              <a:ext uri="{FF2B5EF4-FFF2-40B4-BE49-F238E27FC236}">
                <a16:creationId xmlns:a16="http://schemas.microsoft.com/office/drawing/2014/main" id="{E06D1BDE-6908-49BA-9900-53DFFF4B1E1B}"/>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a:t>PRESENTATION TITLE</a:t>
            </a:r>
          </a:p>
        </p:txBody>
      </p:sp>
      <p:sp>
        <p:nvSpPr>
          <p:cNvPr id="14" name="Slide Number Placeholder 16">
            <a:extLst>
              <a:ext uri="{FF2B5EF4-FFF2-40B4-BE49-F238E27FC236}">
                <a16:creationId xmlns:a16="http://schemas.microsoft.com/office/drawing/2014/main" id="{1C3470F5-DE33-49A4-AE82-D8EA10A4FC5F}"/>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a:p>
        </p:txBody>
      </p:sp>
      <p:sp>
        <p:nvSpPr>
          <p:cNvPr id="15" name="Date Placeholder 14">
            <a:extLst>
              <a:ext uri="{FF2B5EF4-FFF2-40B4-BE49-F238E27FC236}">
                <a16:creationId xmlns:a16="http://schemas.microsoft.com/office/drawing/2014/main" id="{63DCFC99-67D1-468A-8498-B3C1C90B4CF3}"/>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a:t>May 21, 20xx</a:t>
            </a:r>
          </a:p>
        </p:txBody>
      </p:sp>
    </p:spTree>
    <p:extLst>
      <p:ext uri="{BB962C8B-B14F-4D97-AF65-F5344CB8AC3E}">
        <p14:creationId xmlns:p14="http://schemas.microsoft.com/office/powerpoint/2010/main" val="18344077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FE551AED-617A-4A51-AA8F-586F3703B7F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C60DB23A-E569-444D-8607-FD404EECF3BA}"/>
              </a:ext>
            </a:extLst>
          </p:cNvPr>
          <p:cNvSpPr>
            <a:spLocks noGrp="1"/>
          </p:cNvSpPr>
          <p:nvPr>
            <p:ph type="title" hasCustomPrompt="1"/>
          </p:nvPr>
        </p:nvSpPr>
        <p:spPr>
          <a:xfrm>
            <a:off x="1026850" y="563671"/>
            <a:ext cx="4989629" cy="2387771"/>
          </a:xfrm>
          <a:prstGeom prst="rect">
            <a:avLst/>
          </a:prstGeom>
        </p:spPr>
        <p:txBody>
          <a:bodyPr anchor="b"/>
          <a:lstStyle>
            <a:lvl1pPr algn="ctr">
              <a:defRPr sz="4800" cap="all" spc="400" baseline="0">
                <a:solidFill>
                  <a:schemeClr val="accent6"/>
                </a:solidFill>
              </a:defRPr>
            </a:lvl1pPr>
          </a:lstStyle>
          <a:p>
            <a:r>
              <a:rPr lang="en-US"/>
              <a:t>Click to add title</a:t>
            </a:r>
          </a:p>
        </p:txBody>
      </p:sp>
      <p:sp>
        <p:nvSpPr>
          <p:cNvPr id="10" name="Text Placeholder 13">
            <a:extLst>
              <a:ext uri="{FF2B5EF4-FFF2-40B4-BE49-F238E27FC236}">
                <a16:creationId xmlns:a16="http://schemas.microsoft.com/office/drawing/2014/main" id="{72B0D3D1-FC7B-43D5-B514-082D63A90ED1}"/>
              </a:ext>
            </a:extLst>
          </p:cNvPr>
          <p:cNvSpPr>
            <a:spLocks noGrp="1"/>
          </p:cNvSpPr>
          <p:nvPr>
            <p:ph type="body" sz="quarter" idx="12" hasCustomPrompt="1"/>
          </p:nvPr>
        </p:nvSpPr>
        <p:spPr>
          <a:xfrm>
            <a:off x="1026852" y="3531676"/>
            <a:ext cx="4989628" cy="1756576"/>
          </a:xfrm>
          <a:prstGeom prst="rect">
            <a:avLst/>
          </a:prstGeom>
        </p:spPr>
        <p:txBody>
          <a:bodyPr>
            <a:normAutofit/>
          </a:bodyPr>
          <a:lstStyle>
            <a:lvl1pPr marL="0" indent="0" algn="ctr">
              <a:lnSpc>
                <a:spcPct val="150000"/>
              </a:lnSpc>
              <a:spcBef>
                <a:spcPts val="0"/>
              </a:spcBef>
              <a:buNone/>
              <a:defRPr sz="1800" i="0">
                <a:solidFill>
                  <a:schemeClr val="bg1"/>
                </a:solidFill>
              </a:defRPr>
            </a:lvl1pPr>
          </a:lstStyle>
          <a:p>
            <a:pPr lvl="0"/>
            <a:r>
              <a:rPr lang="en-US"/>
              <a:t>Click to add subtitle</a:t>
            </a:r>
          </a:p>
        </p:txBody>
      </p:sp>
      <p:sp>
        <p:nvSpPr>
          <p:cNvPr id="12" name="Footer Placeholder 15">
            <a:extLst>
              <a:ext uri="{FF2B5EF4-FFF2-40B4-BE49-F238E27FC236}">
                <a16:creationId xmlns:a16="http://schemas.microsoft.com/office/drawing/2014/main" id="{CC2E4653-FDDE-4AC5-A23D-4269479ADCAE}"/>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effectLst>
                  <a:outerShdw blurRad="38100" dist="38100" dir="2700000" algn="tl">
                    <a:srgbClr val="000000">
                      <a:alpha val="43137"/>
                    </a:srgbClr>
                  </a:outerShdw>
                </a:effectLst>
                <a:latin typeface="+mj-lt"/>
              </a:defRPr>
            </a:lvl1pPr>
          </a:lstStyle>
          <a:p>
            <a:r>
              <a:rPr lang="en-US"/>
              <a:t>PRESENTATION TITLE</a:t>
            </a:r>
          </a:p>
        </p:txBody>
      </p:sp>
      <p:sp>
        <p:nvSpPr>
          <p:cNvPr id="13" name="Slide Number Placeholder 16">
            <a:extLst>
              <a:ext uri="{FF2B5EF4-FFF2-40B4-BE49-F238E27FC236}">
                <a16:creationId xmlns:a16="http://schemas.microsoft.com/office/drawing/2014/main" id="{C3F5CE00-2FB1-4930-8D2C-DB4DFDB2FD40}"/>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effectLst>
                  <a:outerShdw blurRad="38100" dist="38100" dir="2700000" algn="tl">
                    <a:srgbClr val="000000">
                      <a:alpha val="43137"/>
                    </a:srgbClr>
                  </a:outerShdw>
                </a:effectLst>
                <a:latin typeface="+mn-lt"/>
              </a:defRPr>
            </a:lvl1pPr>
          </a:lstStyle>
          <a:p>
            <a:pPr>
              <a:defRPr/>
            </a:pPr>
            <a:fld id="{8D1FC6F8-0BCD-47E9-9C64-690771D9C143}" type="slidenum">
              <a:rPr lang="en-US" smtClean="0"/>
              <a:pPr>
                <a:defRPr/>
              </a:pPr>
              <a:t>‹#›</a:t>
            </a:fld>
            <a:endParaRPr lang="en-US"/>
          </a:p>
        </p:txBody>
      </p:sp>
      <p:sp>
        <p:nvSpPr>
          <p:cNvPr id="14" name="Date Placeholder 14">
            <a:extLst>
              <a:ext uri="{FF2B5EF4-FFF2-40B4-BE49-F238E27FC236}">
                <a16:creationId xmlns:a16="http://schemas.microsoft.com/office/drawing/2014/main" id="{2CEBC169-C2E2-4153-8A08-6B982C0D542B}"/>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effectLst>
                  <a:outerShdw blurRad="38100" dist="38100" dir="2700000" algn="tl">
                    <a:srgbClr val="000000">
                      <a:alpha val="43137"/>
                    </a:srgbClr>
                  </a:outerShdw>
                </a:effectLst>
                <a:latin typeface="+mj-lt"/>
              </a:defRPr>
            </a:lvl1pPr>
          </a:lstStyle>
          <a:p>
            <a:pPr>
              <a:defRPr/>
            </a:pPr>
            <a:r>
              <a:rPr lang="en-US" cap="all"/>
              <a:t>May 21, 20xx</a:t>
            </a:r>
          </a:p>
        </p:txBody>
      </p:sp>
    </p:spTree>
    <p:extLst>
      <p:ext uri="{BB962C8B-B14F-4D97-AF65-F5344CB8AC3E}">
        <p14:creationId xmlns:p14="http://schemas.microsoft.com/office/powerpoint/2010/main" val="7988802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3" name="Footer Placeholder 15">
            <a:extLst>
              <a:ext uri="{FF2B5EF4-FFF2-40B4-BE49-F238E27FC236}">
                <a16:creationId xmlns:a16="http://schemas.microsoft.com/office/drawing/2014/main" id="{710F293A-37AC-4A72-A56D-2A65F8EA2CEE}"/>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a:t>PRESENTATION TITLE</a:t>
            </a:r>
          </a:p>
        </p:txBody>
      </p:sp>
      <p:sp>
        <p:nvSpPr>
          <p:cNvPr id="14" name="Slide Number Placeholder 16">
            <a:extLst>
              <a:ext uri="{FF2B5EF4-FFF2-40B4-BE49-F238E27FC236}">
                <a16:creationId xmlns:a16="http://schemas.microsoft.com/office/drawing/2014/main" id="{EE0BB053-ED5B-47E1-ABB2-815094654C14}"/>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a:p>
        </p:txBody>
      </p:sp>
      <p:sp>
        <p:nvSpPr>
          <p:cNvPr id="15" name="Date Placeholder 14">
            <a:extLst>
              <a:ext uri="{FF2B5EF4-FFF2-40B4-BE49-F238E27FC236}">
                <a16:creationId xmlns:a16="http://schemas.microsoft.com/office/drawing/2014/main" id="{790B7F12-A295-4495-AE4A-7640863C8828}"/>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a:t>May 21, 20xx</a:t>
            </a:r>
          </a:p>
        </p:txBody>
      </p:sp>
    </p:spTree>
    <p:extLst>
      <p:ext uri="{BB962C8B-B14F-4D97-AF65-F5344CB8AC3E}">
        <p14:creationId xmlns:p14="http://schemas.microsoft.com/office/powerpoint/2010/main" val="13223571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4.xml"/><Relationship Id="rId5" Type="http://schemas.openxmlformats.org/officeDocument/2006/relationships/image" Target="../media/image43.png"/><Relationship Id="rId4" Type="http://schemas.openxmlformats.org/officeDocument/2006/relationships/image" Target="../media/image42.png"/></Relationships>
</file>

<file path=ppt/slides/_rels/slide1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49.png"/><Relationship Id="rId1" Type="http://schemas.openxmlformats.org/officeDocument/2006/relationships/slideLayout" Target="../slideLayouts/slideLayout5.xml"/><Relationship Id="rId5" Type="http://schemas.openxmlformats.org/officeDocument/2006/relationships/image" Target="../media/image51.png"/><Relationship Id="rId4" Type="http://schemas.openxmlformats.org/officeDocument/2006/relationships/image" Target="../media/image5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7.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6.xml"/></Relationships>
</file>

<file path=ppt/slides/_rels/slide38.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16.xml"/><Relationship Id="rId4" Type="http://schemas.openxmlformats.org/officeDocument/2006/relationships/image" Target="../media/image68.png"/></Relationships>
</file>

<file path=ppt/slides/_rels/slide39.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16.xml"/></Relationships>
</file>

<file path=ppt/slides/_rels/slide40.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16.xml"/></Relationships>
</file>

<file path=ppt/slides/_rels/slide41.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16.xml"/><Relationship Id="rId4" Type="http://schemas.openxmlformats.org/officeDocument/2006/relationships/image" Target="../media/image7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01C44412-AA84-403C-A202-EAB7F3C81B03}"/>
              </a:ext>
            </a:extLst>
          </p:cNvPr>
          <p:cNvSpPr>
            <a:spLocks noGrp="1"/>
          </p:cNvSpPr>
          <p:nvPr>
            <p:ph type="title"/>
          </p:nvPr>
        </p:nvSpPr>
        <p:spPr>
          <a:xfrm>
            <a:off x="825674" y="1327759"/>
            <a:ext cx="4989628" cy="1929505"/>
          </a:xfrm>
        </p:spPr>
        <p:txBody>
          <a:bodyPr lIns="91440" tIns="45720" rIns="91440" bIns="45720" anchor="b"/>
          <a:lstStyle/>
          <a:p>
            <a:r>
              <a:rPr lang="en-US"/>
              <a:t>SIEM SPLUNK</a:t>
            </a:r>
          </a:p>
        </p:txBody>
      </p:sp>
      <p:sp>
        <p:nvSpPr>
          <p:cNvPr id="13" name="Text Placeholder 12">
            <a:extLst>
              <a:ext uri="{FF2B5EF4-FFF2-40B4-BE49-F238E27FC236}">
                <a16:creationId xmlns:a16="http://schemas.microsoft.com/office/drawing/2014/main" id="{88D1462E-973D-4427-A664-EF751DF59796}"/>
              </a:ext>
            </a:extLst>
          </p:cNvPr>
          <p:cNvSpPr>
            <a:spLocks noGrp="1"/>
          </p:cNvSpPr>
          <p:nvPr>
            <p:ph type="body" sz="quarter" idx="12"/>
          </p:nvPr>
        </p:nvSpPr>
        <p:spPr>
          <a:xfrm>
            <a:off x="292594" y="6046472"/>
            <a:ext cx="3825062" cy="614739"/>
          </a:xfrm>
        </p:spPr>
        <p:txBody>
          <a:bodyPr lIns="91440" tIns="45720" rIns="91440" bIns="45720" anchor="t">
            <a:normAutofit/>
          </a:bodyPr>
          <a:lstStyle/>
          <a:p>
            <a:r>
              <a:rPr lang="en-US" b="1">
                <a:solidFill>
                  <a:schemeClr val="tx2">
                    <a:lumMod val="25000"/>
                    <a:lumOff val="75000"/>
                  </a:schemeClr>
                </a:solidFill>
              </a:rPr>
              <a:t>PRESENT,  SOLOMON HENRY</a:t>
            </a:r>
          </a:p>
        </p:txBody>
      </p:sp>
    </p:spTree>
    <p:extLst>
      <p:ext uri="{BB962C8B-B14F-4D97-AF65-F5344CB8AC3E}">
        <p14:creationId xmlns:p14="http://schemas.microsoft.com/office/powerpoint/2010/main" val="40414330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itle 26">
            <a:extLst>
              <a:ext uri="{FF2B5EF4-FFF2-40B4-BE49-F238E27FC236}">
                <a16:creationId xmlns:a16="http://schemas.microsoft.com/office/drawing/2014/main" id="{AC2324A2-9A57-4433-8C66-C17D1D2703BF}"/>
              </a:ext>
            </a:extLst>
          </p:cNvPr>
          <p:cNvSpPr>
            <a:spLocks noGrp="1"/>
          </p:cNvSpPr>
          <p:nvPr>
            <p:ph type="title"/>
          </p:nvPr>
        </p:nvSpPr>
        <p:spPr>
          <a:xfrm>
            <a:off x="259623" y="844961"/>
            <a:ext cx="5399479" cy="581170"/>
          </a:xfrm>
        </p:spPr>
        <p:txBody>
          <a:bodyPr lIns="91440" tIns="45720" rIns="91440" bIns="45720" anchor="t"/>
          <a:lstStyle/>
          <a:p>
            <a:r>
              <a:rPr lang="en-US" u="sng"/>
              <a:t>About this project</a:t>
            </a:r>
          </a:p>
        </p:txBody>
      </p:sp>
      <p:sp>
        <p:nvSpPr>
          <p:cNvPr id="59" name="Text Placeholder 58">
            <a:extLst>
              <a:ext uri="{FF2B5EF4-FFF2-40B4-BE49-F238E27FC236}">
                <a16:creationId xmlns:a16="http://schemas.microsoft.com/office/drawing/2014/main" id="{FDAF9C5E-FFD5-49FC-9788-18CE8F0958C1}"/>
              </a:ext>
            </a:extLst>
          </p:cNvPr>
          <p:cNvSpPr>
            <a:spLocks noGrp="1"/>
          </p:cNvSpPr>
          <p:nvPr>
            <p:ph type="body" sz="quarter" idx="12"/>
          </p:nvPr>
        </p:nvSpPr>
        <p:spPr>
          <a:xfrm>
            <a:off x="4125793" y="1755513"/>
            <a:ext cx="3541503" cy="4798604"/>
          </a:xfrm>
        </p:spPr>
        <p:txBody>
          <a:bodyPr lIns="91440" tIns="45720" rIns="91440" bIns="45720" anchor="t"/>
          <a:lstStyle/>
          <a:p>
            <a:r>
              <a:rPr lang="en-US">
                <a:solidFill>
                  <a:schemeClr val="accent5">
                    <a:lumMod val="60000"/>
                    <a:lumOff val="40000"/>
                  </a:schemeClr>
                </a:solidFill>
              </a:rPr>
              <a:t>Analyzing DNS Log Files.</a:t>
            </a:r>
          </a:p>
          <a:p>
            <a:pPr marL="285750" indent="-285750">
              <a:buChar char="•"/>
            </a:pPr>
            <a:r>
              <a:rPr lang="en-US">
                <a:solidFill>
                  <a:schemeClr val="accent5">
                    <a:lumMod val="60000"/>
                    <a:lumOff val="40000"/>
                  </a:schemeClr>
                </a:solidFill>
              </a:rPr>
              <a:t>Search for DNS Events.</a:t>
            </a:r>
          </a:p>
          <a:p>
            <a:pPr marL="285750" indent="-285750">
              <a:buChar char="•"/>
            </a:pPr>
            <a:r>
              <a:rPr lang="en-US">
                <a:solidFill>
                  <a:schemeClr val="accent5">
                    <a:lumMod val="60000"/>
                    <a:lumOff val="40000"/>
                  </a:schemeClr>
                </a:solidFill>
              </a:rPr>
              <a:t>Extract Relevant Fields</a:t>
            </a:r>
          </a:p>
          <a:p>
            <a:pPr marL="285750" indent="-285750">
              <a:buChar char="•"/>
            </a:pPr>
            <a:r>
              <a:rPr lang="en-US">
                <a:solidFill>
                  <a:schemeClr val="accent5">
                    <a:lumMod val="60000"/>
                    <a:lumOff val="40000"/>
                  </a:schemeClr>
                </a:solidFill>
              </a:rPr>
              <a:t>Identify Anomalies</a:t>
            </a:r>
          </a:p>
          <a:p>
            <a:pPr marL="285750" indent="-285750">
              <a:buChar char="•"/>
            </a:pPr>
            <a:r>
              <a:rPr lang="en-US">
                <a:solidFill>
                  <a:schemeClr val="accent5">
                    <a:lumMod val="60000"/>
                    <a:lumOff val="40000"/>
                  </a:schemeClr>
                </a:solidFill>
              </a:rPr>
              <a:t>Find the top DNS sources</a:t>
            </a:r>
          </a:p>
          <a:p>
            <a:pPr marL="285750" indent="-285750">
              <a:buChar char="•"/>
            </a:pPr>
            <a:r>
              <a:rPr lang="en-US">
                <a:solidFill>
                  <a:schemeClr val="accent5">
                    <a:lumMod val="60000"/>
                    <a:lumOff val="40000"/>
                  </a:schemeClr>
                </a:solidFill>
              </a:rPr>
              <a:t>Investigate Suspicious Domains</a:t>
            </a:r>
          </a:p>
          <a:p>
            <a:r>
              <a:rPr lang="en-US">
                <a:solidFill>
                  <a:schemeClr val="accent5">
                    <a:lumMod val="60000"/>
                    <a:lumOff val="40000"/>
                  </a:schemeClr>
                </a:solidFill>
              </a:rPr>
              <a:t>Analyzing FTP Log Files</a:t>
            </a:r>
          </a:p>
          <a:p>
            <a:pPr marL="285750" indent="-285750">
              <a:buChar char="•"/>
            </a:pPr>
            <a:r>
              <a:rPr lang="en-US">
                <a:solidFill>
                  <a:schemeClr val="accent5">
                    <a:lumMod val="60000"/>
                    <a:lumOff val="40000"/>
                  </a:schemeClr>
                </a:solidFill>
              </a:rPr>
              <a:t>Search for FTP Events</a:t>
            </a:r>
          </a:p>
          <a:p>
            <a:pPr marL="285750" indent="-285750">
              <a:buChar char="•"/>
            </a:pPr>
            <a:r>
              <a:rPr lang="en-US">
                <a:solidFill>
                  <a:schemeClr val="accent5">
                    <a:lumMod val="60000"/>
                    <a:lumOff val="40000"/>
                  </a:schemeClr>
                </a:solidFill>
              </a:rPr>
              <a:t>Extract Relevant Fields</a:t>
            </a:r>
          </a:p>
          <a:p>
            <a:pPr marL="285750" indent="-285750">
              <a:buChar char="•"/>
            </a:pPr>
            <a:r>
              <a:rPr lang="en-US">
                <a:solidFill>
                  <a:schemeClr val="accent5">
                    <a:lumMod val="60000"/>
                    <a:lumOff val="40000"/>
                  </a:schemeClr>
                </a:solidFill>
              </a:rPr>
              <a:t>Analyze File Transfer Activity</a:t>
            </a:r>
          </a:p>
          <a:p>
            <a:pPr marL="285750" indent="-285750">
              <a:buChar char="•"/>
            </a:pPr>
            <a:r>
              <a:rPr lang="en-US">
                <a:solidFill>
                  <a:schemeClr val="accent5">
                    <a:lumMod val="60000"/>
                    <a:lumOff val="40000"/>
                  </a:schemeClr>
                </a:solidFill>
              </a:rPr>
              <a:t>Detect Anomalies</a:t>
            </a:r>
          </a:p>
          <a:p>
            <a:pPr marL="285750" indent="-285750">
              <a:buChar char="•"/>
            </a:pPr>
            <a:r>
              <a:rPr lang="en-US">
                <a:solidFill>
                  <a:schemeClr val="accent5">
                    <a:lumMod val="60000"/>
                    <a:lumOff val="40000"/>
                  </a:schemeClr>
                </a:solidFill>
              </a:rPr>
              <a:t>Monitor User Behavior</a:t>
            </a:r>
          </a:p>
          <a:p>
            <a:endParaRPr lang="en-US">
              <a:solidFill>
                <a:schemeClr val="accent5">
                  <a:lumMod val="60000"/>
                  <a:lumOff val="40000"/>
                </a:schemeClr>
              </a:solidFill>
            </a:endParaRPr>
          </a:p>
        </p:txBody>
      </p:sp>
      <p:pic>
        <p:nvPicPr>
          <p:cNvPr id="116" name="Picture Placeholder 115" descr="A group of people in a room">
            <a:extLst>
              <a:ext uri="{FF2B5EF4-FFF2-40B4-BE49-F238E27FC236}">
                <a16:creationId xmlns:a16="http://schemas.microsoft.com/office/drawing/2014/main" id="{2F0ECB9B-426D-40BC-918A-2C82968A05C8}"/>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7663453" y="1418656"/>
            <a:ext cx="3527091" cy="3477917"/>
          </a:xfrm>
        </p:spPr>
      </p:pic>
      <p:sp>
        <p:nvSpPr>
          <p:cNvPr id="11" name="Slide Number Placeholder 10">
            <a:extLst>
              <a:ext uri="{FF2B5EF4-FFF2-40B4-BE49-F238E27FC236}">
                <a16:creationId xmlns:a16="http://schemas.microsoft.com/office/drawing/2014/main" id="{122A69A8-1CA3-486A-A675-DB22FF0D4A74}"/>
              </a:ext>
            </a:extLst>
          </p:cNvPr>
          <p:cNvSpPr>
            <a:spLocks noGrp="1"/>
          </p:cNvSpPr>
          <p:nvPr>
            <p:ph type="sldNum" sz="quarter" idx="4"/>
          </p:nvPr>
        </p:nvSpPr>
        <p:spPr>
          <a:xfrm>
            <a:off x="11519019" y="3164804"/>
            <a:ext cx="545911" cy="580029"/>
          </a:xfrm>
        </p:spPr>
        <p:txBody>
          <a:bodyPr/>
          <a:lstStyle/>
          <a:p>
            <a:fld id="{8D1FC6F8-0BCD-47E9-9C64-690771D9C143}" type="slidenum">
              <a:rPr lang="en-US" smtClean="0"/>
              <a:pPr/>
              <a:t>2</a:t>
            </a:fld>
            <a:endParaRPr lang="en-US"/>
          </a:p>
        </p:txBody>
      </p:sp>
      <p:sp>
        <p:nvSpPr>
          <p:cNvPr id="3" name="TextBox 2">
            <a:extLst>
              <a:ext uri="{FF2B5EF4-FFF2-40B4-BE49-F238E27FC236}">
                <a16:creationId xmlns:a16="http://schemas.microsoft.com/office/drawing/2014/main" id="{38B4E1C4-488C-AB9D-46BC-6513278582A6}"/>
              </a:ext>
            </a:extLst>
          </p:cNvPr>
          <p:cNvSpPr txBox="1"/>
          <p:nvPr/>
        </p:nvSpPr>
        <p:spPr>
          <a:xfrm>
            <a:off x="263367" y="1421398"/>
            <a:ext cx="4008406" cy="54784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accent5">
                    <a:lumMod val="60000"/>
                    <a:lumOff val="40000"/>
                  </a:schemeClr>
                </a:solidFill>
              </a:rPr>
              <a:t>Analyzing HTTP Log Files</a:t>
            </a:r>
          </a:p>
          <a:p>
            <a:pPr marL="285750" indent="-285750">
              <a:buFont typeface="Arial"/>
              <a:buChar char="•"/>
            </a:pPr>
            <a:r>
              <a:rPr lang="en-US" sz="1600">
                <a:solidFill>
                  <a:schemeClr val="accent5">
                    <a:lumMod val="60000"/>
                    <a:lumOff val="40000"/>
                  </a:schemeClr>
                </a:solidFill>
              </a:rPr>
              <a:t>Search for HTTP Events</a:t>
            </a:r>
          </a:p>
          <a:p>
            <a:pPr marL="285750" indent="-285750">
              <a:buFont typeface="Arial"/>
              <a:buChar char="•"/>
            </a:pPr>
            <a:r>
              <a:rPr lang="en-US" sz="1600">
                <a:solidFill>
                  <a:schemeClr val="accent5">
                    <a:lumMod val="60000"/>
                    <a:lumOff val="40000"/>
                  </a:schemeClr>
                </a:solidFill>
              </a:rPr>
              <a:t>Extract Relevant Fields</a:t>
            </a:r>
          </a:p>
          <a:p>
            <a:pPr marL="285750" indent="-285750">
              <a:buFont typeface="Arial"/>
              <a:buChar char="•"/>
            </a:pPr>
            <a:r>
              <a:rPr lang="en-US" sz="1600">
                <a:solidFill>
                  <a:schemeClr val="accent5">
                    <a:lumMod val="60000"/>
                    <a:lumOff val="40000"/>
                  </a:schemeClr>
                </a:solidFill>
              </a:rPr>
              <a:t>Analyze Web Traffic Patterns</a:t>
            </a:r>
          </a:p>
          <a:p>
            <a:pPr marL="285750" indent="-285750">
              <a:buFont typeface="Arial"/>
              <a:buChar char="•"/>
            </a:pPr>
            <a:r>
              <a:rPr lang="en-US" sz="1600">
                <a:solidFill>
                  <a:schemeClr val="accent5">
                    <a:lumMod val="60000"/>
                    <a:lumOff val="40000"/>
                  </a:schemeClr>
                </a:solidFill>
              </a:rPr>
              <a:t> Detect Anomalies</a:t>
            </a:r>
          </a:p>
          <a:p>
            <a:pPr marL="285750" indent="-285750">
              <a:buFont typeface="Arial"/>
              <a:buChar char="•"/>
            </a:pPr>
            <a:r>
              <a:rPr lang="en-US" sz="1600">
                <a:solidFill>
                  <a:schemeClr val="accent5">
                    <a:lumMod val="60000"/>
                    <a:lumOff val="40000"/>
                  </a:schemeClr>
                </a:solidFill>
              </a:rPr>
              <a:t>Monitor User Behavior</a:t>
            </a:r>
          </a:p>
          <a:p>
            <a:endParaRPr lang="en-US" sz="1600">
              <a:solidFill>
                <a:schemeClr val="accent5">
                  <a:lumMod val="60000"/>
                  <a:lumOff val="40000"/>
                </a:schemeClr>
              </a:solidFill>
            </a:endParaRPr>
          </a:p>
          <a:p>
            <a:r>
              <a:rPr lang="en-US" sz="1600">
                <a:solidFill>
                  <a:schemeClr val="accent5">
                    <a:lumMod val="60000"/>
                    <a:lumOff val="40000"/>
                  </a:schemeClr>
                </a:solidFill>
              </a:rPr>
              <a:t>Analyzing SSH Log Files</a:t>
            </a:r>
          </a:p>
          <a:p>
            <a:pPr marL="285750" indent="-285750">
              <a:buFont typeface="Arial"/>
              <a:buChar char="•"/>
            </a:pPr>
            <a:r>
              <a:rPr lang="en-US" sz="1600">
                <a:solidFill>
                  <a:schemeClr val="accent5">
                    <a:lumMod val="60000"/>
                    <a:lumOff val="40000"/>
                  </a:schemeClr>
                </a:solidFill>
              </a:rPr>
              <a:t>Search for SSH Events</a:t>
            </a:r>
          </a:p>
          <a:p>
            <a:pPr marL="285750" indent="-285750">
              <a:buFont typeface="Arial"/>
              <a:buChar char="•"/>
            </a:pPr>
            <a:r>
              <a:rPr lang="en-US" sz="1600">
                <a:solidFill>
                  <a:schemeClr val="accent5">
                    <a:lumMod val="60000"/>
                    <a:lumOff val="40000"/>
                  </a:schemeClr>
                </a:solidFill>
              </a:rPr>
              <a:t>Extract Relevant Fields</a:t>
            </a:r>
          </a:p>
          <a:p>
            <a:pPr marL="285750" indent="-285750">
              <a:buFont typeface="Arial"/>
              <a:buChar char="•"/>
            </a:pPr>
            <a:r>
              <a:rPr lang="en-US" sz="1600">
                <a:solidFill>
                  <a:schemeClr val="accent5">
                    <a:lumMod val="60000"/>
                    <a:lumOff val="40000"/>
                  </a:schemeClr>
                </a:solidFill>
              </a:rPr>
              <a:t>Analyze SSH Activity Patterns</a:t>
            </a:r>
          </a:p>
          <a:p>
            <a:pPr marL="285750" indent="-285750">
              <a:buFont typeface="Arial"/>
              <a:buChar char="•"/>
            </a:pPr>
            <a:r>
              <a:rPr lang="en-US" sz="1600">
                <a:solidFill>
                  <a:schemeClr val="accent5">
                    <a:lumMod val="60000"/>
                    <a:lumOff val="40000"/>
                  </a:schemeClr>
                </a:solidFill>
              </a:rPr>
              <a:t>Detect Anomalies</a:t>
            </a:r>
          </a:p>
          <a:p>
            <a:pPr marL="285750" indent="-285750">
              <a:buFont typeface="Arial"/>
              <a:buChar char="•"/>
            </a:pPr>
            <a:r>
              <a:rPr lang="en-US" sz="1600">
                <a:solidFill>
                  <a:schemeClr val="accent5">
                    <a:lumMod val="60000"/>
                    <a:lumOff val="40000"/>
                  </a:schemeClr>
                </a:solidFill>
              </a:rPr>
              <a:t>Monitor User Behavior</a:t>
            </a:r>
          </a:p>
          <a:p>
            <a:pPr marL="285750" indent="-285750">
              <a:buFont typeface="Arial"/>
              <a:buChar char="•"/>
            </a:pPr>
            <a:endParaRPr lang="en-US" sz="1600">
              <a:solidFill>
                <a:schemeClr val="accent5">
                  <a:lumMod val="60000"/>
                  <a:lumOff val="40000"/>
                </a:schemeClr>
              </a:solidFill>
            </a:endParaRPr>
          </a:p>
          <a:p>
            <a:r>
              <a:rPr lang="en-US">
                <a:solidFill>
                  <a:schemeClr val="accent5">
                    <a:lumMod val="60000"/>
                    <a:lumOff val="40000"/>
                  </a:schemeClr>
                </a:solidFill>
              </a:rPr>
              <a:t>Analyzing Tunnel Log Traffic</a:t>
            </a:r>
          </a:p>
          <a:p>
            <a:pPr marL="285750" indent="-285750">
              <a:buFont typeface="Arial"/>
              <a:buChar char="•"/>
            </a:pPr>
            <a:r>
              <a:rPr lang="en-US">
                <a:solidFill>
                  <a:schemeClr val="accent5">
                    <a:lumMod val="60000"/>
                    <a:lumOff val="40000"/>
                  </a:schemeClr>
                </a:solidFill>
              </a:rPr>
              <a:t>Search for Tunnel Events</a:t>
            </a:r>
            <a:endParaRPr lang="en-US" sz="1600">
              <a:solidFill>
                <a:schemeClr val="accent5">
                  <a:lumMod val="60000"/>
                  <a:lumOff val="40000"/>
                </a:schemeClr>
              </a:solidFill>
            </a:endParaRPr>
          </a:p>
          <a:p>
            <a:pPr marL="285750" indent="-285750">
              <a:buFont typeface="Arial"/>
              <a:buChar char="•"/>
            </a:pPr>
            <a:r>
              <a:rPr lang="en-US">
                <a:solidFill>
                  <a:schemeClr val="accent5">
                    <a:lumMod val="60000"/>
                    <a:lumOff val="40000"/>
                  </a:schemeClr>
                </a:solidFill>
              </a:rPr>
              <a:t>Extract Relevant Fields</a:t>
            </a:r>
            <a:endParaRPr lang="en-US" sz="1600">
              <a:solidFill>
                <a:schemeClr val="accent5">
                  <a:lumMod val="60000"/>
                  <a:lumOff val="40000"/>
                </a:schemeClr>
              </a:solidFill>
            </a:endParaRPr>
          </a:p>
          <a:p>
            <a:pPr marL="285750" indent="-285750">
              <a:buFont typeface="Arial"/>
              <a:buChar char="•"/>
            </a:pPr>
            <a:r>
              <a:rPr lang="en-US">
                <a:solidFill>
                  <a:schemeClr val="accent5">
                    <a:lumMod val="60000"/>
                    <a:lumOff val="40000"/>
                  </a:schemeClr>
                </a:solidFill>
              </a:rPr>
              <a:t>Analyze Tunneling Protocols</a:t>
            </a:r>
            <a:endParaRPr lang="en-US" sz="1600">
              <a:solidFill>
                <a:schemeClr val="accent5">
                  <a:lumMod val="60000"/>
                  <a:lumOff val="40000"/>
                </a:schemeClr>
              </a:solidFill>
            </a:endParaRPr>
          </a:p>
          <a:p>
            <a:pPr marL="285750" indent="-285750">
              <a:buFont typeface="Arial"/>
              <a:buChar char="•"/>
            </a:pPr>
            <a:r>
              <a:rPr lang="en-US">
                <a:solidFill>
                  <a:schemeClr val="accent5">
                    <a:lumMod val="60000"/>
                    <a:lumOff val="40000"/>
                  </a:schemeClr>
                </a:solidFill>
              </a:rPr>
              <a:t>Detect Anomalies</a:t>
            </a:r>
            <a:endParaRPr lang="en-US" sz="1600">
              <a:solidFill>
                <a:schemeClr val="accent5">
                  <a:lumMod val="60000"/>
                  <a:lumOff val="40000"/>
                </a:schemeClr>
              </a:solidFill>
            </a:endParaRPr>
          </a:p>
          <a:p>
            <a:pPr marL="285750" indent="-285750">
              <a:buFont typeface="Arial"/>
              <a:buChar char="•"/>
            </a:pPr>
            <a:r>
              <a:rPr lang="en-US">
                <a:solidFill>
                  <a:schemeClr val="accent5">
                    <a:lumMod val="60000"/>
                    <a:lumOff val="40000"/>
                  </a:schemeClr>
                </a:solidFill>
              </a:rPr>
              <a:t>Monitor GRE Tunneling Activity</a:t>
            </a:r>
            <a:endParaRPr lang="en-US" sz="1600">
              <a:solidFill>
                <a:schemeClr val="accent5">
                  <a:lumMod val="60000"/>
                  <a:lumOff val="40000"/>
                </a:schemeClr>
              </a:solidFill>
            </a:endParaRPr>
          </a:p>
          <a:p>
            <a:pPr marL="285750" indent="-285750">
              <a:buFont typeface="Arial"/>
              <a:buChar char="•"/>
            </a:pPr>
            <a:endParaRPr lang="en-US" sz="1600">
              <a:solidFill>
                <a:schemeClr val="accent5">
                  <a:lumMod val="60000"/>
                  <a:lumOff val="40000"/>
                </a:schemeClr>
              </a:solidFill>
            </a:endParaRPr>
          </a:p>
        </p:txBody>
      </p:sp>
      <p:sp>
        <p:nvSpPr>
          <p:cNvPr id="2" name="TextBox 1">
            <a:extLst>
              <a:ext uri="{FF2B5EF4-FFF2-40B4-BE49-F238E27FC236}">
                <a16:creationId xmlns:a16="http://schemas.microsoft.com/office/drawing/2014/main" id="{58000A3A-E743-9F4A-7F83-F46348CB1EF6}"/>
              </a:ext>
            </a:extLst>
          </p:cNvPr>
          <p:cNvSpPr txBox="1"/>
          <p:nvPr/>
        </p:nvSpPr>
        <p:spPr>
          <a:xfrm>
            <a:off x="8050340" y="5294788"/>
            <a:ext cx="274320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solidFill>
                  <a:schemeClr val="accent5">
                    <a:lumMod val="60000"/>
                    <a:lumOff val="40000"/>
                  </a:schemeClr>
                </a:solidFill>
              </a:rPr>
              <a:t>Analyzing SMTP Log Files</a:t>
            </a:r>
            <a:endParaRPr lang="en-US"/>
          </a:p>
          <a:p>
            <a:pPr marL="285750" indent="-285750">
              <a:buFont typeface="Arial"/>
              <a:buChar char="•"/>
            </a:pPr>
            <a:r>
              <a:rPr lang="en-US">
                <a:solidFill>
                  <a:schemeClr val="accent5">
                    <a:lumMod val="60000"/>
                    <a:lumOff val="40000"/>
                  </a:schemeClr>
                </a:solidFill>
              </a:rPr>
              <a:t>Analyzing DHCP Log Files</a:t>
            </a:r>
          </a:p>
          <a:p>
            <a:pPr algn="l"/>
            <a:endParaRPr lang="en-US"/>
          </a:p>
        </p:txBody>
      </p:sp>
    </p:spTree>
    <p:extLst>
      <p:ext uri="{BB962C8B-B14F-4D97-AF65-F5344CB8AC3E}">
        <p14:creationId xmlns:p14="http://schemas.microsoft.com/office/powerpoint/2010/main" val="21842358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E6BEA-4175-85E6-E9F7-A48B43B470B8}"/>
              </a:ext>
            </a:extLst>
          </p:cNvPr>
          <p:cNvSpPr>
            <a:spLocks noGrp="1"/>
          </p:cNvSpPr>
          <p:nvPr>
            <p:ph type="title"/>
          </p:nvPr>
        </p:nvSpPr>
        <p:spPr>
          <a:xfrm>
            <a:off x="556532" y="643467"/>
            <a:ext cx="11210925" cy="744836"/>
          </a:xfrm>
        </p:spPr>
        <p:txBody>
          <a:bodyPr vert="horz" lIns="91440" tIns="45720" rIns="91440" bIns="45720" rtlCol="0" anchor="ctr">
            <a:normAutofit/>
          </a:bodyPr>
          <a:lstStyle/>
          <a:p>
            <a:r>
              <a:rPr lang="en-US" sz="3200" u="sng">
                <a:solidFill>
                  <a:schemeClr val="bg1"/>
                </a:solidFill>
              </a:rPr>
              <a:t>Installing my </a:t>
            </a:r>
            <a:r>
              <a:rPr lang="en-US" sz="3200" u="sng" err="1">
                <a:solidFill>
                  <a:schemeClr val="bg1"/>
                </a:solidFill>
              </a:rPr>
              <a:t>splunk</a:t>
            </a:r>
            <a:r>
              <a:rPr lang="en-US" sz="3200" u="sng">
                <a:solidFill>
                  <a:schemeClr val="bg1"/>
                </a:solidFill>
              </a:rPr>
              <a:t> enterprise</a:t>
            </a:r>
            <a:endParaRPr lang="en-US" u="sng">
              <a:solidFill>
                <a:schemeClr val="bg1"/>
              </a:solidFill>
            </a:endParaRPr>
          </a:p>
        </p:txBody>
      </p:sp>
      <p:pic>
        <p:nvPicPr>
          <p:cNvPr id="3" name="Picture 2" descr="A screenshot of a computer&#10;&#10;AI-generated content may be incorrect.">
            <a:extLst>
              <a:ext uri="{FF2B5EF4-FFF2-40B4-BE49-F238E27FC236}">
                <a16:creationId xmlns:a16="http://schemas.microsoft.com/office/drawing/2014/main" id="{C3461C4E-8837-7387-8321-5EB448916D2D}"/>
              </a:ext>
            </a:extLst>
          </p:cNvPr>
          <p:cNvPicPr>
            <a:picLocks noChangeAspect="1"/>
          </p:cNvPicPr>
          <p:nvPr/>
        </p:nvPicPr>
        <p:blipFill>
          <a:blip r:embed="rId2"/>
          <a:stretch>
            <a:fillRect/>
          </a:stretch>
        </p:blipFill>
        <p:spPr>
          <a:xfrm>
            <a:off x="1421320" y="1718358"/>
            <a:ext cx="9924453" cy="4523596"/>
          </a:xfrm>
          <a:prstGeom prst="rect">
            <a:avLst/>
          </a:prstGeom>
        </p:spPr>
      </p:pic>
    </p:spTree>
    <p:extLst>
      <p:ext uri="{BB962C8B-B14F-4D97-AF65-F5344CB8AC3E}">
        <p14:creationId xmlns:p14="http://schemas.microsoft.com/office/powerpoint/2010/main" val="30912193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84770-7A03-81E5-D4A5-763C83E44D0C}"/>
              </a:ext>
            </a:extLst>
          </p:cNvPr>
          <p:cNvSpPr>
            <a:spLocks noGrp="1"/>
          </p:cNvSpPr>
          <p:nvPr>
            <p:ph type="title"/>
          </p:nvPr>
        </p:nvSpPr>
        <p:spPr>
          <a:xfrm>
            <a:off x="1011591" y="268121"/>
            <a:ext cx="10178327" cy="746802"/>
          </a:xfrm>
        </p:spPr>
        <p:txBody>
          <a:bodyPr lIns="91440" tIns="45720" rIns="91440" bIns="45720" anchor="t"/>
          <a:lstStyle/>
          <a:p>
            <a:r>
              <a:rPr lang="en-US" sz="3600" u="sng"/>
              <a:t>Configuring listening port</a:t>
            </a:r>
          </a:p>
        </p:txBody>
      </p:sp>
      <p:pic>
        <p:nvPicPr>
          <p:cNvPr id="3" name="Picture 2" descr="A screenshot of a computer">
            <a:extLst>
              <a:ext uri="{FF2B5EF4-FFF2-40B4-BE49-F238E27FC236}">
                <a16:creationId xmlns:a16="http://schemas.microsoft.com/office/drawing/2014/main" id="{7A3453B6-8106-62D3-29BB-79FA2CBBB02F}"/>
              </a:ext>
            </a:extLst>
          </p:cNvPr>
          <p:cNvPicPr>
            <a:picLocks noChangeAspect="1"/>
          </p:cNvPicPr>
          <p:nvPr/>
        </p:nvPicPr>
        <p:blipFill>
          <a:blip r:embed="rId2"/>
          <a:stretch>
            <a:fillRect/>
          </a:stretch>
        </p:blipFill>
        <p:spPr>
          <a:xfrm>
            <a:off x="2861094" y="1171450"/>
            <a:ext cx="8453887" cy="5047062"/>
          </a:xfrm>
          <a:prstGeom prst="rect">
            <a:avLst/>
          </a:prstGeom>
        </p:spPr>
      </p:pic>
    </p:spTree>
    <p:extLst>
      <p:ext uri="{BB962C8B-B14F-4D97-AF65-F5344CB8AC3E}">
        <p14:creationId xmlns:p14="http://schemas.microsoft.com/office/powerpoint/2010/main" val="28937781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49435-D42B-862B-9045-4D728FB8E9C1}"/>
              </a:ext>
            </a:extLst>
          </p:cNvPr>
          <p:cNvSpPr>
            <a:spLocks noGrp="1"/>
          </p:cNvSpPr>
          <p:nvPr>
            <p:ph type="title"/>
          </p:nvPr>
        </p:nvSpPr>
        <p:spPr>
          <a:xfrm>
            <a:off x="810308" y="483780"/>
            <a:ext cx="10408364" cy="574274"/>
          </a:xfrm>
        </p:spPr>
        <p:txBody>
          <a:bodyPr lIns="91440" tIns="45720" rIns="91440" bIns="45720" anchor="t"/>
          <a:lstStyle/>
          <a:p>
            <a:r>
              <a:rPr lang="en-US" u="sng"/>
              <a:t>Configuring my </a:t>
            </a:r>
            <a:r>
              <a:rPr lang="en-US" u="sng" err="1"/>
              <a:t>splunk</a:t>
            </a:r>
            <a:r>
              <a:rPr lang="en-US" u="sng"/>
              <a:t> forwarder hostname &amp; </a:t>
            </a:r>
            <a:r>
              <a:rPr lang="en-US" u="sng" err="1"/>
              <a:t>ip</a:t>
            </a:r>
          </a:p>
        </p:txBody>
      </p:sp>
      <p:pic>
        <p:nvPicPr>
          <p:cNvPr id="3" name="Picture 2" descr="A screenshot of a computer screen&#10;&#10;AI-generated content may be incorrect.">
            <a:extLst>
              <a:ext uri="{FF2B5EF4-FFF2-40B4-BE49-F238E27FC236}">
                <a16:creationId xmlns:a16="http://schemas.microsoft.com/office/drawing/2014/main" id="{CD099859-BCD3-4F8E-689C-A446F6C9465C}"/>
              </a:ext>
            </a:extLst>
          </p:cNvPr>
          <p:cNvPicPr>
            <a:picLocks noChangeAspect="1"/>
          </p:cNvPicPr>
          <p:nvPr/>
        </p:nvPicPr>
        <p:blipFill>
          <a:blip r:embed="rId2"/>
          <a:stretch>
            <a:fillRect/>
          </a:stretch>
        </p:blipFill>
        <p:spPr>
          <a:xfrm>
            <a:off x="4255967" y="1863845"/>
            <a:ext cx="5664140" cy="4165481"/>
          </a:xfrm>
          <a:prstGeom prst="rect">
            <a:avLst/>
          </a:prstGeom>
        </p:spPr>
      </p:pic>
    </p:spTree>
    <p:extLst>
      <p:ext uri="{BB962C8B-B14F-4D97-AF65-F5344CB8AC3E}">
        <p14:creationId xmlns:p14="http://schemas.microsoft.com/office/powerpoint/2010/main" val="17558079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36855-733C-4E6C-FB7E-4A778F6C5E18}"/>
              </a:ext>
            </a:extLst>
          </p:cNvPr>
          <p:cNvSpPr>
            <a:spLocks noGrp="1"/>
          </p:cNvSpPr>
          <p:nvPr>
            <p:ph type="title"/>
          </p:nvPr>
        </p:nvSpPr>
        <p:spPr>
          <a:xfrm>
            <a:off x="1557932" y="268120"/>
            <a:ext cx="9905156" cy="890576"/>
          </a:xfrm>
        </p:spPr>
        <p:txBody>
          <a:bodyPr lIns="91440" tIns="45720" rIns="91440" bIns="45720" anchor="t"/>
          <a:lstStyle/>
          <a:p>
            <a:r>
              <a:rPr lang="en-US" u="sng"/>
              <a:t>Data summary</a:t>
            </a:r>
          </a:p>
        </p:txBody>
      </p:sp>
      <p:pic>
        <p:nvPicPr>
          <p:cNvPr id="3" name="Picture 2" descr="A screenshot of a computer&#10;&#10;AI-generated content may be incorrect.">
            <a:extLst>
              <a:ext uri="{FF2B5EF4-FFF2-40B4-BE49-F238E27FC236}">
                <a16:creationId xmlns:a16="http://schemas.microsoft.com/office/drawing/2014/main" id="{FD9C9C1A-C840-05ED-5B52-CA05AD70E4DB}"/>
              </a:ext>
            </a:extLst>
          </p:cNvPr>
          <p:cNvPicPr>
            <a:picLocks noChangeAspect="1"/>
          </p:cNvPicPr>
          <p:nvPr/>
        </p:nvPicPr>
        <p:blipFill>
          <a:blip r:embed="rId2"/>
          <a:stretch>
            <a:fillRect/>
          </a:stretch>
        </p:blipFill>
        <p:spPr>
          <a:xfrm>
            <a:off x="3791040" y="1713692"/>
            <a:ext cx="7686675" cy="4695825"/>
          </a:xfrm>
          <a:prstGeom prst="rect">
            <a:avLst/>
          </a:prstGeom>
        </p:spPr>
      </p:pic>
    </p:spTree>
    <p:extLst>
      <p:ext uri="{BB962C8B-B14F-4D97-AF65-F5344CB8AC3E}">
        <p14:creationId xmlns:p14="http://schemas.microsoft.com/office/powerpoint/2010/main" val="8439955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C29E8-85CD-44D8-83FC-EA1CDBA702FF}"/>
              </a:ext>
            </a:extLst>
          </p:cNvPr>
          <p:cNvSpPr>
            <a:spLocks noGrp="1"/>
          </p:cNvSpPr>
          <p:nvPr>
            <p:ph type="title"/>
          </p:nvPr>
        </p:nvSpPr>
        <p:spPr>
          <a:xfrm>
            <a:off x="-152974" y="138725"/>
            <a:ext cx="11644816" cy="646161"/>
          </a:xfrm>
        </p:spPr>
        <p:txBody>
          <a:bodyPr lIns="91440" tIns="45720" rIns="91440" bIns="45720" anchor="t"/>
          <a:lstStyle/>
          <a:p>
            <a:r>
              <a:rPr lang="en-US" sz="4000" u="sng"/>
              <a:t>Pinging my host on command prompt</a:t>
            </a:r>
          </a:p>
        </p:txBody>
      </p:sp>
      <p:pic>
        <p:nvPicPr>
          <p:cNvPr id="3" name="Picture 2" descr="A screenshot of a computer&#10;&#10;AI-generated content may be incorrect.">
            <a:extLst>
              <a:ext uri="{FF2B5EF4-FFF2-40B4-BE49-F238E27FC236}">
                <a16:creationId xmlns:a16="http://schemas.microsoft.com/office/drawing/2014/main" id="{946B2024-088D-A935-484D-561F97AB51AC}"/>
              </a:ext>
            </a:extLst>
          </p:cNvPr>
          <p:cNvPicPr>
            <a:picLocks noChangeAspect="1"/>
          </p:cNvPicPr>
          <p:nvPr/>
        </p:nvPicPr>
        <p:blipFill>
          <a:blip r:embed="rId2"/>
          <a:stretch>
            <a:fillRect/>
          </a:stretch>
        </p:blipFill>
        <p:spPr>
          <a:xfrm>
            <a:off x="1625270" y="1279495"/>
            <a:ext cx="9344025" cy="5305425"/>
          </a:xfrm>
          <a:prstGeom prst="rect">
            <a:avLst/>
          </a:prstGeom>
        </p:spPr>
      </p:pic>
    </p:spTree>
    <p:extLst>
      <p:ext uri="{BB962C8B-B14F-4D97-AF65-F5344CB8AC3E}">
        <p14:creationId xmlns:p14="http://schemas.microsoft.com/office/powerpoint/2010/main" val="14262102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0E84D-A9E2-1507-E0E4-771D3C66C5B7}"/>
              </a:ext>
            </a:extLst>
          </p:cNvPr>
          <p:cNvSpPr>
            <a:spLocks noGrp="1"/>
          </p:cNvSpPr>
          <p:nvPr>
            <p:ph type="title"/>
          </p:nvPr>
        </p:nvSpPr>
        <p:spPr>
          <a:xfrm>
            <a:off x="968460" y="224988"/>
            <a:ext cx="10264590" cy="890577"/>
          </a:xfrm>
        </p:spPr>
        <p:txBody>
          <a:bodyPr lIns="91440" tIns="45720" rIns="91440" bIns="45720" anchor="t"/>
          <a:lstStyle/>
          <a:p>
            <a:r>
              <a:rPr lang="en-US" u="sng"/>
              <a:t>Uploaded my </a:t>
            </a:r>
            <a:r>
              <a:rPr lang="en-US" u="sng" err="1"/>
              <a:t>dns</a:t>
            </a:r>
            <a:r>
              <a:rPr lang="en-US" u="sng"/>
              <a:t> logs file</a:t>
            </a:r>
          </a:p>
        </p:txBody>
      </p:sp>
      <p:pic>
        <p:nvPicPr>
          <p:cNvPr id="3" name="Picture 2" descr="A screenshot of a web page&#10;&#10;AI-generated content may be incorrect.">
            <a:extLst>
              <a:ext uri="{FF2B5EF4-FFF2-40B4-BE49-F238E27FC236}">
                <a16:creationId xmlns:a16="http://schemas.microsoft.com/office/drawing/2014/main" id="{882998FB-8FC1-956B-2325-9330229E8B00}"/>
              </a:ext>
            </a:extLst>
          </p:cNvPr>
          <p:cNvPicPr>
            <a:picLocks noChangeAspect="1"/>
          </p:cNvPicPr>
          <p:nvPr/>
        </p:nvPicPr>
        <p:blipFill>
          <a:blip r:embed="rId2"/>
          <a:stretch>
            <a:fillRect/>
          </a:stretch>
        </p:blipFill>
        <p:spPr>
          <a:xfrm>
            <a:off x="1445464" y="1316247"/>
            <a:ext cx="10077450" cy="4800600"/>
          </a:xfrm>
          <a:prstGeom prst="rect">
            <a:avLst/>
          </a:prstGeom>
        </p:spPr>
      </p:pic>
    </p:spTree>
    <p:extLst>
      <p:ext uri="{BB962C8B-B14F-4D97-AF65-F5344CB8AC3E}">
        <p14:creationId xmlns:p14="http://schemas.microsoft.com/office/powerpoint/2010/main" val="42606172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7DA3C418-758E-4180-A5D0-8655D68045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28C8EF06-5EC3-4883-AFAF-D74FF46550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5135971" cy="6871648"/>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Placeholder 6" descr="A screenshot of a computer program&#10;&#10;AI-generated content may be incorrect.">
            <a:extLst>
              <a:ext uri="{FF2B5EF4-FFF2-40B4-BE49-F238E27FC236}">
                <a16:creationId xmlns:a16="http://schemas.microsoft.com/office/drawing/2014/main" id="{88273869-8E64-6845-2925-15A211A0BC1C}"/>
              </a:ext>
            </a:extLst>
          </p:cNvPr>
          <p:cNvPicPr>
            <a:picLocks noGrp="1" noChangeAspect="1"/>
          </p:cNvPicPr>
          <p:nvPr>
            <p:ph type="pic" sz="quarter" idx="13"/>
          </p:nvPr>
        </p:nvPicPr>
        <p:blipFill>
          <a:blip r:embed="rId2"/>
          <a:srcRect l="4343" r="22276" b="1"/>
          <a:stretch>
            <a:fillRect/>
          </a:stretch>
        </p:blipFill>
        <p:spPr>
          <a:xfrm>
            <a:off x="2239719" y="10"/>
            <a:ext cx="9952281" cy="6857990"/>
          </a:xfrm>
          <a:custGeom>
            <a:avLst/>
            <a:gdLst/>
            <a:ahLst/>
            <a:cxnLst/>
            <a:rect l="l" t="t" r="r" b="b"/>
            <a:pathLst>
              <a:path w="9276545" h="6871647">
                <a:moveTo>
                  <a:pt x="9276545" y="0"/>
                </a:moveTo>
                <a:lnTo>
                  <a:pt x="9276545" y="6858000"/>
                </a:lnTo>
                <a:lnTo>
                  <a:pt x="1546051" y="6871647"/>
                </a:lnTo>
                <a:lnTo>
                  <a:pt x="1535751" y="6828910"/>
                </a:lnTo>
                <a:cubicBezTo>
                  <a:pt x="1530460" y="6775140"/>
                  <a:pt x="1515370" y="6618042"/>
                  <a:pt x="1514301" y="6549029"/>
                </a:cubicBezTo>
                <a:cubicBezTo>
                  <a:pt x="1518045" y="6491396"/>
                  <a:pt x="1528503" y="6450608"/>
                  <a:pt x="1529339" y="6414828"/>
                </a:cubicBezTo>
                <a:cubicBezTo>
                  <a:pt x="1525062" y="6359280"/>
                  <a:pt x="1502062" y="6307149"/>
                  <a:pt x="1493941" y="6268848"/>
                </a:cubicBezTo>
                <a:cubicBezTo>
                  <a:pt x="1502669" y="6254191"/>
                  <a:pt x="1469920" y="6200171"/>
                  <a:pt x="1480613" y="6185025"/>
                </a:cubicBezTo>
                <a:cubicBezTo>
                  <a:pt x="1481020" y="6164522"/>
                  <a:pt x="1458164" y="6060790"/>
                  <a:pt x="1443364" y="6018360"/>
                </a:cubicBezTo>
                <a:cubicBezTo>
                  <a:pt x="1426694" y="5970758"/>
                  <a:pt x="1390307" y="5920074"/>
                  <a:pt x="1380584" y="5899407"/>
                </a:cubicBezTo>
                <a:cubicBezTo>
                  <a:pt x="1370860" y="5878740"/>
                  <a:pt x="1392244" y="5920877"/>
                  <a:pt x="1385023" y="5894356"/>
                </a:cubicBezTo>
                <a:cubicBezTo>
                  <a:pt x="1377800" y="5867835"/>
                  <a:pt x="1345702" y="5770498"/>
                  <a:pt x="1337254" y="5740279"/>
                </a:cubicBezTo>
                <a:cubicBezTo>
                  <a:pt x="1353956" y="5738860"/>
                  <a:pt x="1323673" y="5722040"/>
                  <a:pt x="1334321" y="5713042"/>
                </a:cubicBezTo>
                <a:cubicBezTo>
                  <a:pt x="1343675" y="5706701"/>
                  <a:pt x="1336672" y="5700118"/>
                  <a:pt x="1335877" y="5692870"/>
                </a:cubicBezTo>
                <a:cubicBezTo>
                  <a:pt x="1343201" y="5683812"/>
                  <a:pt x="1329617" y="5652064"/>
                  <a:pt x="1319978" y="5643427"/>
                </a:cubicBezTo>
                <a:cubicBezTo>
                  <a:pt x="1286551" y="5622177"/>
                  <a:pt x="1310947" y="5579803"/>
                  <a:pt x="1285321" y="5562271"/>
                </a:cubicBezTo>
                <a:cubicBezTo>
                  <a:pt x="1281540" y="5556238"/>
                  <a:pt x="1279983" y="5550455"/>
                  <a:pt x="1279815" y="5544867"/>
                </a:cubicBezTo>
                <a:lnTo>
                  <a:pt x="1282507" y="5529404"/>
                </a:lnTo>
                <a:lnTo>
                  <a:pt x="1289604" y="5525378"/>
                </a:lnTo>
                <a:lnTo>
                  <a:pt x="1287766" y="5515726"/>
                </a:lnTo>
                <a:lnTo>
                  <a:pt x="1288829" y="5513051"/>
                </a:lnTo>
                <a:cubicBezTo>
                  <a:pt x="1290896" y="5507946"/>
                  <a:pt x="1292688" y="5502897"/>
                  <a:pt x="1293373" y="5497833"/>
                </a:cubicBezTo>
                <a:cubicBezTo>
                  <a:pt x="1288690" y="5483829"/>
                  <a:pt x="1272696" y="5459278"/>
                  <a:pt x="1260736" y="5429027"/>
                </a:cubicBezTo>
                <a:cubicBezTo>
                  <a:pt x="1238579" y="5396416"/>
                  <a:pt x="1238884" y="5351600"/>
                  <a:pt x="1221610" y="5316328"/>
                </a:cubicBezTo>
                <a:lnTo>
                  <a:pt x="1216099" y="5309330"/>
                </a:lnTo>
                <a:lnTo>
                  <a:pt x="1217278" y="5279477"/>
                </a:lnTo>
                <a:cubicBezTo>
                  <a:pt x="1221588" y="5274318"/>
                  <a:pt x="1222716" y="5266940"/>
                  <a:pt x="1218469" y="5260597"/>
                </a:cubicBezTo>
                <a:lnTo>
                  <a:pt x="1206220" y="5152555"/>
                </a:lnTo>
                <a:cubicBezTo>
                  <a:pt x="1205294" y="5116878"/>
                  <a:pt x="1196908" y="5101727"/>
                  <a:pt x="1212921" y="5046536"/>
                </a:cubicBezTo>
                <a:cubicBezTo>
                  <a:pt x="1234138" y="4987918"/>
                  <a:pt x="1204801" y="4903116"/>
                  <a:pt x="1212183" y="4837345"/>
                </a:cubicBezTo>
                <a:cubicBezTo>
                  <a:pt x="1183151" y="4802424"/>
                  <a:pt x="1209228" y="4821062"/>
                  <a:pt x="1202048" y="4784195"/>
                </a:cubicBezTo>
                <a:cubicBezTo>
                  <a:pt x="1202483" y="4760878"/>
                  <a:pt x="1202919" y="4737561"/>
                  <a:pt x="1203354" y="4714245"/>
                </a:cubicBezTo>
                <a:lnTo>
                  <a:pt x="1201502" y="4700836"/>
                </a:lnTo>
                <a:lnTo>
                  <a:pt x="1194919" y="4697224"/>
                </a:lnTo>
                <a:lnTo>
                  <a:pt x="1187792" y="4677162"/>
                </a:lnTo>
                <a:cubicBezTo>
                  <a:pt x="1186060" y="4669625"/>
                  <a:pt x="1185291" y="4661478"/>
                  <a:pt x="1186080" y="4652429"/>
                </a:cubicBezTo>
                <a:cubicBezTo>
                  <a:pt x="1199189" y="4622456"/>
                  <a:pt x="1167081" y="4571771"/>
                  <a:pt x="1184722" y="4534840"/>
                </a:cubicBezTo>
                <a:cubicBezTo>
                  <a:pt x="1182407" y="4499077"/>
                  <a:pt x="1175424" y="4460227"/>
                  <a:pt x="1172188" y="4437851"/>
                </a:cubicBezTo>
                <a:cubicBezTo>
                  <a:pt x="1161331" y="4428466"/>
                  <a:pt x="1178123" y="4398274"/>
                  <a:pt x="1165306" y="4400581"/>
                </a:cubicBezTo>
                <a:cubicBezTo>
                  <a:pt x="1171061" y="4389819"/>
                  <a:pt x="1173552" y="4346771"/>
                  <a:pt x="1168602" y="4335651"/>
                </a:cubicBezTo>
                <a:lnTo>
                  <a:pt x="1178384" y="4280215"/>
                </a:lnTo>
                <a:lnTo>
                  <a:pt x="1177294" y="4274660"/>
                </a:lnTo>
                <a:cubicBezTo>
                  <a:pt x="1177138" y="4268882"/>
                  <a:pt x="1177520" y="4251103"/>
                  <a:pt x="1177448" y="4245552"/>
                </a:cubicBezTo>
                <a:cubicBezTo>
                  <a:pt x="1177252" y="4244155"/>
                  <a:pt x="1177058" y="4242757"/>
                  <a:pt x="1176863" y="4241361"/>
                </a:cubicBezTo>
                <a:lnTo>
                  <a:pt x="1162386" y="4207167"/>
                </a:lnTo>
                <a:cubicBezTo>
                  <a:pt x="1162950" y="4202536"/>
                  <a:pt x="1174655" y="4199565"/>
                  <a:pt x="1174343" y="4192380"/>
                </a:cubicBezTo>
                <a:lnTo>
                  <a:pt x="1160516" y="4164062"/>
                </a:lnTo>
                <a:lnTo>
                  <a:pt x="1161365" y="4158623"/>
                </a:lnTo>
                <a:lnTo>
                  <a:pt x="1144878" y="4076261"/>
                </a:lnTo>
                <a:lnTo>
                  <a:pt x="1123687" y="4005692"/>
                </a:lnTo>
                <a:lnTo>
                  <a:pt x="1096720" y="3754257"/>
                </a:lnTo>
                <a:cubicBezTo>
                  <a:pt x="1083618" y="3639924"/>
                  <a:pt x="1064313" y="3636659"/>
                  <a:pt x="1047682" y="3517638"/>
                </a:cubicBezTo>
                <a:cubicBezTo>
                  <a:pt x="1048550" y="3477187"/>
                  <a:pt x="1049418" y="3436735"/>
                  <a:pt x="1050285" y="3396284"/>
                </a:cubicBezTo>
                <a:lnTo>
                  <a:pt x="1030166" y="3320814"/>
                </a:lnTo>
                <a:lnTo>
                  <a:pt x="1034128" y="3260443"/>
                </a:lnTo>
                <a:lnTo>
                  <a:pt x="1007751" y="3198916"/>
                </a:lnTo>
                <a:cubicBezTo>
                  <a:pt x="1003323" y="3193074"/>
                  <a:pt x="1001150" y="3187393"/>
                  <a:pt x="1000384" y="3181839"/>
                </a:cubicBezTo>
                <a:cubicBezTo>
                  <a:pt x="1000734" y="3176675"/>
                  <a:pt x="1001085" y="3171511"/>
                  <a:pt x="1001435" y="3166346"/>
                </a:cubicBezTo>
                <a:lnTo>
                  <a:pt x="968918" y="3112638"/>
                </a:lnTo>
                <a:cubicBezTo>
                  <a:pt x="957125" y="3092489"/>
                  <a:pt x="955617" y="3065232"/>
                  <a:pt x="934483" y="3031628"/>
                </a:cubicBezTo>
                <a:cubicBezTo>
                  <a:pt x="914631" y="2997037"/>
                  <a:pt x="908933" y="3005661"/>
                  <a:pt x="879229" y="2948196"/>
                </a:cubicBezTo>
                <a:cubicBezTo>
                  <a:pt x="850845" y="2897154"/>
                  <a:pt x="820829" y="2806798"/>
                  <a:pt x="798666" y="2761198"/>
                </a:cubicBezTo>
                <a:cubicBezTo>
                  <a:pt x="773970" y="2714562"/>
                  <a:pt x="758278" y="2715446"/>
                  <a:pt x="746962" y="2694939"/>
                </a:cubicBezTo>
                <a:lnTo>
                  <a:pt x="712796" y="2614779"/>
                </a:lnTo>
                <a:lnTo>
                  <a:pt x="697701" y="2600020"/>
                </a:lnTo>
                <a:cubicBezTo>
                  <a:pt x="697743" y="2598787"/>
                  <a:pt x="697784" y="2597555"/>
                  <a:pt x="697823" y="2596321"/>
                </a:cubicBezTo>
                <a:lnTo>
                  <a:pt x="679645" y="2572602"/>
                </a:lnTo>
                <a:lnTo>
                  <a:pt x="680789" y="2571831"/>
                </a:lnTo>
                <a:cubicBezTo>
                  <a:pt x="682946" y="2569560"/>
                  <a:pt x="683757" y="2566863"/>
                  <a:pt x="681771" y="2563200"/>
                </a:cubicBezTo>
                <a:cubicBezTo>
                  <a:pt x="705290" y="2562299"/>
                  <a:pt x="688388" y="2558438"/>
                  <a:pt x="680456" y="2547723"/>
                </a:cubicBezTo>
                <a:cubicBezTo>
                  <a:pt x="679482" y="2534148"/>
                  <a:pt x="677183" y="2493617"/>
                  <a:pt x="675922" y="2481749"/>
                </a:cubicBezTo>
                <a:lnTo>
                  <a:pt x="672894" y="2476509"/>
                </a:lnTo>
                <a:lnTo>
                  <a:pt x="673143" y="2476297"/>
                </a:lnTo>
                <a:cubicBezTo>
                  <a:pt x="673152" y="2474932"/>
                  <a:pt x="672405" y="2473126"/>
                  <a:pt x="670567" y="2470561"/>
                </a:cubicBezTo>
                <a:lnTo>
                  <a:pt x="667369" y="2466951"/>
                </a:lnTo>
                <a:lnTo>
                  <a:pt x="661495" y="2456785"/>
                </a:lnTo>
                <a:cubicBezTo>
                  <a:pt x="661510" y="2455387"/>
                  <a:pt x="661525" y="2453987"/>
                  <a:pt x="661540" y="2452588"/>
                </a:cubicBezTo>
                <a:lnTo>
                  <a:pt x="664540" y="2449913"/>
                </a:lnTo>
                <a:lnTo>
                  <a:pt x="663581" y="2449129"/>
                </a:lnTo>
                <a:cubicBezTo>
                  <a:pt x="653014" y="2444453"/>
                  <a:pt x="642406" y="2445872"/>
                  <a:pt x="663129" y="2426579"/>
                </a:cubicBezTo>
                <a:cubicBezTo>
                  <a:pt x="643271" y="2414167"/>
                  <a:pt x="657229" y="2404769"/>
                  <a:pt x="650205" y="2379928"/>
                </a:cubicBezTo>
                <a:cubicBezTo>
                  <a:pt x="634911" y="2374359"/>
                  <a:pt x="634260" y="2365346"/>
                  <a:pt x="638008" y="2354824"/>
                </a:cubicBezTo>
                <a:cubicBezTo>
                  <a:pt x="621083" y="2334576"/>
                  <a:pt x="620949" y="2310146"/>
                  <a:pt x="609851" y="2284299"/>
                </a:cubicBezTo>
                <a:lnTo>
                  <a:pt x="585585" y="2155739"/>
                </a:lnTo>
                <a:lnTo>
                  <a:pt x="581391" y="2152892"/>
                </a:lnTo>
                <a:cubicBezTo>
                  <a:pt x="578821" y="2150768"/>
                  <a:pt x="577525" y="2149149"/>
                  <a:pt x="577083" y="2147807"/>
                </a:cubicBezTo>
                <a:lnTo>
                  <a:pt x="577251" y="2147544"/>
                </a:lnTo>
                <a:lnTo>
                  <a:pt x="546845" y="2085601"/>
                </a:lnTo>
                <a:cubicBezTo>
                  <a:pt x="538270" y="2073917"/>
                  <a:pt x="486356" y="1955894"/>
                  <a:pt x="470837" y="1931362"/>
                </a:cubicBezTo>
                <a:lnTo>
                  <a:pt x="428154" y="1657167"/>
                </a:lnTo>
                <a:lnTo>
                  <a:pt x="392797" y="1510175"/>
                </a:lnTo>
                <a:cubicBezTo>
                  <a:pt x="380165" y="1504446"/>
                  <a:pt x="369910" y="1451095"/>
                  <a:pt x="372847" y="1440507"/>
                </a:cubicBezTo>
                <a:cubicBezTo>
                  <a:pt x="369015" y="1433783"/>
                  <a:pt x="338503" y="1376212"/>
                  <a:pt x="344479" y="1367690"/>
                </a:cubicBezTo>
                <a:cubicBezTo>
                  <a:pt x="332264" y="1342150"/>
                  <a:pt x="321736" y="1310521"/>
                  <a:pt x="299558" y="1287266"/>
                </a:cubicBezTo>
                <a:cubicBezTo>
                  <a:pt x="277380" y="1264010"/>
                  <a:pt x="259203" y="1269909"/>
                  <a:pt x="243216" y="1249403"/>
                </a:cubicBezTo>
                <a:cubicBezTo>
                  <a:pt x="227230" y="1228898"/>
                  <a:pt x="218454" y="1166841"/>
                  <a:pt x="203639" y="1164232"/>
                </a:cubicBezTo>
                <a:cubicBezTo>
                  <a:pt x="192352" y="1144923"/>
                  <a:pt x="198158" y="1133798"/>
                  <a:pt x="169195" y="1087898"/>
                </a:cubicBezTo>
                <a:cubicBezTo>
                  <a:pt x="139228" y="1002950"/>
                  <a:pt x="140891" y="969630"/>
                  <a:pt x="98775" y="910071"/>
                </a:cubicBezTo>
                <a:cubicBezTo>
                  <a:pt x="45025" y="831068"/>
                  <a:pt x="34038" y="817468"/>
                  <a:pt x="43820" y="712632"/>
                </a:cubicBezTo>
                <a:cubicBezTo>
                  <a:pt x="34816" y="659496"/>
                  <a:pt x="43273" y="613587"/>
                  <a:pt x="44748" y="591246"/>
                </a:cubicBezTo>
                <a:lnTo>
                  <a:pt x="36767" y="546725"/>
                </a:lnTo>
                <a:cubicBezTo>
                  <a:pt x="36093" y="528360"/>
                  <a:pt x="35418" y="509996"/>
                  <a:pt x="34744" y="491632"/>
                </a:cubicBezTo>
                <a:cubicBezTo>
                  <a:pt x="34670" y="458441"/>
                  <a:pt x="29296" y="473054"/>
                  <a:pt x="29222" y="439863"/>
                </a:cubicBezTo>
                <a:cubicBezTo>
                  <a:pt x="29152" y="439762"/>
                  <a:pt x="2578" y="397168"/>
                  <a:pt x="2507" y="397065"/>
                </a:cubicBezTo>
                <a:cubicBezTo>
                  <a:pt x="-7796" y="385479"/>
                  <a:pt x="17492" y="336832"/>
                  <a:pt x="9810" y="317232"/>
                </a:cubicBezTo>
                <a:lnTo>
                  <a:pt x="25323" y="268841"/>
                </a:lnTo>
                <a:cubicBezTo>
                  <a:pt x="20582" y="241406"/>
                  <a:pt x="55391" y="238509"/>
                  <a:pt x="50278" y="195107"/>
                </a:cubicBezTo>
                <a:cubicBezTo>
                  <a:pt x="49891" y="157638"/>
                  <a:pt x="41873" y="124837"/>
                  <a:pt x="47653" y="93413"/>
                </a:cubicBezTo>
                <a:cubicBezTo>
                  <a:pt x="41389" y="80245"/>
                  <a:pt x="38874" y="67990"/>
                  <a:pt x="48323" y="56668"/>
                </a:cubicBezTo>
                <a:cubicBezTo>
                  <a:pt x="46028" y="30349"/>
                  <a:pt x="37896" y="18658"/>
                  <a:pt x="38423" y="5323"/>
                </a:cubicBezTo>
                <a:lnTo>
                  <a:pt x="39875" y="1"/>
                </a:lnTo>
                <a:close/>
              </a:path>
            </a:pathLst>
          </a:custGeom>
        </p:spPr>
      </p:pic>
      <p:sp>
        <p:nvSpPr>
          <p:cNvPr id="2" name="Title 1">
            <a:extLst>
              <a:ext uri="{FF2B5EF4-FFF2-40B4-BE49-F238E27FC236}">
                <a16:creationId xmlns:a16="http://schemas.microsoft.com/office/drawing/2014/main" id="{0FAA2237-0C60-64F1-45DF-1C536F41162B}"/>
              </a:ext>
            </a:extLst>
          </p:cNvPr>
          <p:cNvSpPr>
            <a:spLocks noGrp="1"/>
          </p:cNvSpPr>
          <p:nvPr>
            <p:ph type="title"/>
          </p:nvPr>
        </p:nvSpPr>
        <p:spPr>
          <a:xfrm>
            <a:off x="518142" y="3068041"/>
            <a:ext cx="3161940" cy="1346285"/>
          </a:xfrm>
        </p:spPr>
        <p:txBody>
          <a:bodyPr vert="horz" lIns="91440" tIns="45720" rIns="91440" bIns="45720" rtlCol="0" anchor="b">
            <a:normAutofit fontScale="90000"/>
          </a:bodyPr>
          <a:lstStyle/>
          <a:p>
            <a:r>
              <a:rPr lang="en-US" sz="3300">
                <a:solidFill>
                  <a:schemeClr val="accent5">
                    <a:lumMod val="60000"/>
                    <a:lumOff val="40000"/>
                  </a:schemeClr>
                </a:solidFill>
              </a:rPr>
              <a:t>Zeek-Formatted DNS </a:t>
            </a:r>
            <a:r>
              <a:rPr lang="en-US" sz="3300" err="1">
                <a:solidFill>
                  <a:schemeClr val="accent5">
                    <a:lumMod val="60000"/>
                    <a:lumOff val="40000"/>
                  </a:schemeClr>
                </a:solidFill>
              </a:rPr>
              <a:t>LogS</a:t>
            </a:r>
            <a:endParaRPr lang="en-US" sz="3300">
              <a:solidFill>
                <a:schemeClr val="accent5">
                  <a:lumMod val="60000"/>
                  <a:lumOff val="40000"/>
                </a:schemeClr>
              </a:solidFill>
            </a:endParaRPr>
          </a:p>
        </p:txBody>
      </p:sp>
      <p:sp>
        <p:nvSpPr>
          <p:cNvPr id="5" name="Footer Placeholder 4">
            <a:extLst>
              <a:ext uri="{FF2B5EF4-FFF2-40B4-BE49-F238E27FC236}">
                <a16:creationId xmlns:a16="http://schemas.microsoft.com/office/drawing/2014/main" id="{0CCF98E6-D342-B82D-C6B7-8DEF7754F47C}"/>
              </a:ext>
            </a:extLst>
          </p:cNvPr>
          <p:cNvSpPr>
            <a:spLocks noGrp="1"/>
          </p:cNvSpPr>
          <p:nvPr>
            <p:ph type="ftr" sz="quarter" idx="3"/>
          </p:nvPr>
        </p:nvSpPr>
        <p:spPr>
          <a:xfrm>
            <a:off x="4038600" y="6356350"/>
            <a:ext cx="4114800" cy="365125"/>
          </a:xfrm>
        </p:spPr>
        <p:txBody>
          <a:bodyPr vert="horz" lIns="91440" tIns="45720" rIns="91440" bIns="45720" rtlCol="0" anchor="ctr">
            <a:normAutofit/>
          </a:bodyPr>
          <a:lstStyle/>
          <a:p>
            <a:pPr algn="ctr">
              <a:spcAft>
                <a:spcPts val="600"/>
              </a:spcAft>
              <a:defRPr/>
            </a:pPr>
            <a:r>
              <a:rPr lang="en-US" sz="1000" kern="1200" cap="none" spc="0">
                <a:solidFill>
                  <a:srgbClr val="FFFFFF"/>
                </a:solidFill>
                <a:effectLst/>
                <a:latin typeface="Calibri" panose="020F0502020204030204"/>
                <a:ea typeface="+mn-ea"/>
                <a:cs typeface="+mn-cs"/>
              </a:rPr>
              <a:t>PRESENTATION TITLE</a:t>
            </a:r>
          </a:p>
        </p:txBody>
      </p:sp>
      <p:sp>
        <p:nvSpPr>
          <p:cNvPr id="6" name="Slide Number Placeholder 5">
            <a:extLst>
              <a:ext uri="{FF2B5EF4-FFF2-40B4-BE49-F238E27FC236}">
                <a16:creationId xmlns:a16="http://schemas.microsoft.com/office/drawing/2014/main" id="{AEB4D032-B78F-4D1B-02DA-B00BBD7EF2E3}"/>
              </a:ext>
            </a:extLst>
          </p:cNvPr>
          <p:cNvSpPr>
            <a:spLocks noGrp="1"/>
          </p:cNvSpPr>
          <p:nvPr>
            <p:ph type="sldNum" sz="quarter" idx="4"/>
          </p:nvPr>
        </p:nvSpPr>
        <p:spPr>
          <a:xfrm>
            <a:off x="8610600" y="6356350"/>
            <a:ext cx="2743200" cy="365125"/>
          </a:xfrm>
        </p:spPr>
        <p:txBody>
          <a:bodyPr vert="horz" lIns="91440" tIns="45720" rIns="91440" bIns="45720" rtlCol="0" anchor="ctr">
            <a:normAutofit/>
          </a:bodyPr>
          <a:lstStyle/>
          <a:p>
            <a:pPr>
              <a:spcAft>
                <a:spcPts val="600"/>
              </a:spcAft>
              <a:defRPr/>
            </a:pPr>
            <a:fld id="{8D1FC6F8-0BCD-47E9-9C64-690771D9C143}" type="slidenum">
              <a:rPr lang="en-US" sz="1000">
                <a:solidFill>
                  <a:srgbClr val="FFFFFF"/>
                </a:solidFill>
                <a:effectLst/>
                <a:latin typeface="Calibri" panose="020F0502020204030204"/>
              </a:rPr>
              <a:pPr>
                <a:spcAft>
                  <a:spcPts val="600"/>
                </a:spcAft>
                <a:defRPr/>
              </a:pPr>
              <a:t>9</a:t>
            </a:fld>
            <a:endParaRPr lang="en-US" sz="1000">
              <a:solidFill>
                <a:srgbClr val="FFFFFF"/>
              </a:solidFill>
              <a:effectLst/>
              <a:latin typeface="Calibri" panose="020F0502020204030204"/>
            </a:endParaRPr>
          </a:p>
        </p:txBody>
      </p:sp>
    </p:spTree>
    <p:extLst>
      <p:ext uri="{BB962C8B-B14F-4D97-AF65-F5344CB8AC3E}">
        <p14:creationId xmlns:p14="http://schemas.microsoft.com/office/powerpoint/2010/main" val="37242193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817B1-EBA7-5D1E-F54A-59A9DB227886}"/>
              </a:ext>
            </a:extLst>
          </p:cNvPr>
          <p:cNvSpPr>
            <a:spLocks noGrp="1"/>
          </p:cNvSpPr>
          <p:nvPr>
            <p:ph type="title"/>
          </p:nvPr>
        </p:nvSpPr>
        <p:spPr>
          <a:xfrm>
            <a:off x="249591" y="325630"/>
            <a:ext cx="11256628" cy="890577"/>
          </a:xfrm>
        </p:spPr>
        <p:txBody>
          <a:bodyPr lIns="91440" tIns="45720" rIns="91440" bIns="45720" anchor="t"/>
          <a:lstStyle/>
          <a:p>
            <a:r>
              <a:rPr lang="en-US" sz="3200" u="sng">
                <a:ea typeface="+mj-lt"/>
                <a:cs typeface="+mj-lt"/>
              </a:rPr>
              <a:t>This tells Splunk, “I want to extract fields from this sample log format.”</a:t>
            </a:r>
            <a:endParaRPr lang="en-US" sz="3200" u="sng"/>
          </a:p>
        </p:txBody>
      </p:sp>
      <p:pic>
        <p:nvPicPr>
          <p:cNvPr id="4" name="Picture 3" descr="A screenshot of a computer&#10;&#10;AI-generated content may be incorrect.">
            <a:extLst>
              <a:ext uri="{FF2B5EF4-FFF2-40B4-BE49-F238E27FC236}">
                <a16:creationId xmlns:a16="http://schemas.microsoft.com/office/drawing/2014/main" id="{79A02B1C-0B12-3AB7-EB15-B2C7332F5136}"/>
              </a:ext>
            </a:extLst>
          </p:cNvPr>
          <p:cNvPicPr>
            <a:picLocks noChangeAspect="1"/>
          </p:cNvPicPr>
          <p:nvPr/>
        </p:nvPicPr>
        <p:blipFill>
          <a:blip r:embed="rId2"/>
          <a:stretch>
            <a:fillRect/>
          </a:stretch>
        </p:blipFill>
        <p:spPr>
          <a:xfrm>
            <a:off x="3048001" y="4255317"/>
            <a:ext cx="6081622" cy="238739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descr="A screenshot of a computer&#10;&#10;AI-generated content may be incorrect.">
            <a:extLst>
              <a:ext uri="{FF2B5EF4-FFF2-40B4-BE49-F238E27FC236}">
                <a16:creationId xmlns:a16="http://schemas.microsoft.com/office/drawing/2014/main" id="{7842CDE3-AF6F-8ED7-CEC4-1E827C062CAE}"/>
              </a:ext>
            </a:extLst>
          </p:cNvPr>
          <p:cNvPicPr>
            <a:picLocks noChangeAspect="1"/>
          </p:cNvPicPr>
          <p:nvPr/>
        </p:nvPicPr>
        <p:blipFill>
          <a:blip r:embed="rId3"/>
          <a:stretch>
            <a:fillRect/>
          </a:stretch>
        </p:blipFill>
        <p:spPr>
          <a:xfrm>
            <a:off x="244414" y="1332990"/>
            <a:ext cx="11703171" cy="2926812"/>
          </a:xfrm>
          <a:prstGeom prst="rect">
            <a:avLst/>
          </a:prstGeom>
        </p:spPr>
      </p:pic>
    </p:spTree>
    <p:extLst>
      <p:ext uri="{BB962C8B-B14F-4D97-AF65-F5344CB8AC3E}">
        <p14:creationId xmlns:p14="http://schemas.microsoft.com/office/powerpoint/2010/main" val="22193533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D9C08-BD2E-ADC7-719D-50CEE047DD5D}"/>
              </a:ext>
            </a:extLst>
          </p:cNvPr>
          <p:cNvSpPr>
            <a:spLocks noGrp="1"/>
          </p:cNvSpPr>
          <p:nvPr>
            <p:ph type="title"/>
          </p:nvPr>
        </p:nvSpPr>
        <p:spPr>
          <a:xfrm>
            <a:off x="192082" y="368764"/>
            <a:ext cx="11716702" cy="2127028"/>
          </a:xfrm>
        </p:spPr>
        <p:txBody>
          <a:bodyPr lIns="91440" tIns="45720" rIns="91440" bIns="45720" anchor="t"/>
          <a:lstStyle/>
          <a:p>
            <a:r>
              <a:rPr lang="en-US" sz="3600">
                <a:ea typeface="+mj-lt"/>
                <a:cs typeface="+mj-lt"/>
              </a:rPr>
              <a:t> </a:t>
            </a:r>
            <a:r>
              <a:rPr lang="en-US" sz="3600" b="1">
                <a:ea typeface="+mj-lt"/>
                <a:cs typeface="+mj-lt"/>
              </a:rPr>
              <a:t>manual regex extraction</a:t>
            </a:r>
            <a:r>
              <a:rPr lang="en-US" sz="3600">
                <a:ea typeface="+mj-lt"/>
                <a:cs typeface="+mj-lt"/>
              </a:rPr>
              <a:t> for the </a:t>
            </a:r>
            <a:r>
              <a:rPr lang="en-US" sz="3600" err="1">
                <a:latin typeface="Consolas"/>
              </a:rPr>
              <a:t>custom_dns_logs</a:t>
            </a:r>
            <a:r>
              <a:rPr lang="en-US" sz="3600">
                <a:ea typeface="+mj-lt"/>
                <a:cs typeface="+mj-lt"/>
              </a:rPr>
              <a:t> </a:t>
            </a:r>
            <a:r>
              <a:rPr lang="en-US" sz="3600" err="1">
                <a:ea typeface="+mj-lt"/>
                <a:cs typeface="+mj-lt"/>
              </a:rPr>
              <a:t>sourcetype</a:t>
            </a:r>
            <a:r>
              <a:rPr lang="en-US" sz="3600">
                <a:ea typeface="+mj-lt"/>
                <a:cs typeface="+mj-lt"/>
              </a:rPr>
              <a:t>. using the </a:t>
            </a:r>
            <a:r>
              <a:rPr lang="en-US" sz="3600" b="1">
                <a:ea typeface="+mj-lt"/>
                <a:cs typeface="+mj-lt"/>
              </a:rPr>
              <a:t>regex route</a:t>
            </a:r>
            <a:r>
              <a:rPr lang="en-US" sz="3600">
                <a:ea typeface="+mj-lt"/>
                <a:cs typeface="+mj-lt"/>
              </a:rPr>
              <a:t> it gives me better control, accuracy for my DNS log fields.</a:t>
            </a:r>
          </a:p>
        </p:txBody>
      </p:sp>
      <p:pic>
        <p:nvPicPr>
          <p:cNvPr id="4" name="Picture 3" descr="A screenshot of a computer&#10;&#10;AI-generated content may be incorrect.">
            <a:extLst>
              <a:ext uri="{FF2B5EF4-FFF2-40B4-BE49-F238E27FC236}">
                <a16:creationId xmlns:a16="http://schemas.microsoft.com/office/drawing/2014/main" id="{B7AD310F-FC7B-2563-C2D4-122EA078CA66}"/>
              </a:ext>
            </a:extLst>
          </p:cNvPr>
          <p:cNvPicPr>
            <a:picLocks noChangeAspect="1"/>
          </p:cNvPicPr>
          <p:nvPr/>
        </p:nvPicPr>
        <p:blipFill>
          <a:blip r:embed="rId2"/>
          <a:stretch>
            <a:fillRect/>
          </a:stretch>
        </p:blipFill>
        <p:spPr>
          <a:xfrm>
            <a:off x="433117" y="2872956"/>
            <a:ext cx="11239500" cy="3311824"/>
          </a:xfrm>
          <a:prstGeom prst="rect">
            <a:avLst/>
          </a:prstGeom>
        </p:spPr>
      </p:pic>
    </p:spTree>
    <p:extLst>
      <p:ext uri="{BB962C8B-B14F-4D97-AF65-F5344CB8AC3E}">
        <p14:creationId xmlns:p14="http://schemas.microsoft.com/office/powerpoint/2010/main" val="42289969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BF84956-1946-D762-33F0-EC41C641988E}"/>
              </a:ext>
            </a:extLst>
          </p:cNvPr>
          <p:cNvSpPr>
            <a:spLocks noGrp="1"/>
          </p:cNvSpPr>
          <p:nvPr>
            <p:ph type="title"/>
          </p:nvPr>
        </p:nvSpPr>
        <p:spPr>
          <a:xfrm>
            <a:off x="499023" y="657844"/>
            <a:ext cx="11210925" cy="744836"/>
          </a:xfrm>
        </p:spPr>
        <p:txBody>
          <a:bodyPr vert="horz" lIns="91440" tIns="45720" rIns="91440" bIns="45720" rtlCol="0" anchor="ctr">
            <a:normAutofit/>
          </a:bodyPr>
          <a:lstStyle/>
          <a:p>
            <a:r>
              <a:rPr lang="en-US" sz="3200" u="sng" kern="1200">
                <a:solidFill>
                  <a:schemeClr val="bg1"/>
                </a:solidFill>
                <a:latin typeface="+mj-lt"/>
                <a:ea typeface="+mj-ea"/>
                <a:cs typeface="+mj-cs"/>
              </a:rPr>
              <a:t>Searching for </a:t>
            </a:r>
            <a:r>
              <a:rPr lang="en-US" sz="3200" u="sng" kern="1200" err="1">
                <a:solidFill>
                  <a:schemeClr val="bg1"/>
                </a:solidFill>
                <a:latin typeface="+mj-lt"/>
                <a:ea typeface="+mj-ea"/>
                <a:cs typeface="+mj-cs"/>
              </a:rPr>
              <a:t>dns</a:t>
            </a:r>
            <a:r>
              <a:rPr lang="en-US" sz="3200" u="sng" kern="1200">
                <a:solidFill>
                  <a:schemeClr val="bg1"/>
                </a:solidFill>
                <a:latin typeface="+mj-lt"/>
                <a:ea typeface="+mj-ea"/>
                <a:cs typeface="+mj-cs"/>
              </a:rPr>
              <a:t> events</a:t>
            </a:r>
          </a:p>
        </p:txBody>
      </p:sp>
      <p:pic>
        <p:nvPicPr>
          <p:cNvPr id="3" name="Picture 2" descr="A screenshot of a computer&#10;&#10;AI-generated content may be incorrect.">
            <a:extLst>
              <a:ext uri="{FF2B5EF4-FFF2-40B4-BE49-F238E27FC236}">
                <a16:creationId xmlns:a16="http://schemas.microsoft.com/office/drawing/2014/main" id="{13181BFF-C6C4-B68D-774D-FB95FBE15A25}"/>
              </a:ext>
            </a:extLst>
          </p:cNvPr>
          <p:cNvPicPr>
            <a:picLocks noChangeAspect="1"/>
          </p:cNvPicPr>
          <p:nvPr/>
        </p:nvPicPr>
        <p:blipFill>
          <a:blip r:embed="rId2"/>
          <a:stretch>
            <a:fillRect/>
          </a:stretch>
        </p:blipFill>
        <p:spPr>
          <a:xfrm>
            <a:off x="358960" y="1710720"/>
            <a:ext cx="11359287" cy="4764866"/>
          </a:xfrm>
          <a:prstGeom prst="rect">
            <a:avLst/>
          </a:prstGeom>
        </p:spPr>
      </p:pic>
    </p:spTree>
    <p:extLst>
      <p:ext uri="{BB962C8B-B14F-4D97-AF65-F5344CB8AC3E}">
        <p14:creationId xmlns:p14="http://schemas.microsoft.com/office/powerpoint/2010/main" val="33593080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7B208-3940-335F-FD72-100D85645232}"/>
              </a:ext>
            </a:extLst>
          </p:cNvPr>
          <p:cNvSpPr>
            <a:spLocks noGrp="1"/>
          </p:cNvSpPr>
          <p:nvPr>
            <p:ph type="title"/>
          </p:nvPr>
        </p:nvSpPr>
        <p:spPr>
          <a:xfrm>
            <a:off x="984409" y="240714"/>
            <a:ext cx="9943571" cy="618756"/>
          </a:xfrm>
        </p:spPr>
        <p:txBody>
          <a:bodyPr lIns="91440" tIns="45720" rIns="91440" bIns="45720" anchor="t"/>
          <a:lstStyle/>
          <a:p>
            <a:r>
              <a:rPr lang="en-US" sz="4000" b="1" u="sng">
                <a:solidFill>
                  <a:schemeClr val="accent5">
                    <a:lumMod val="60000"/>
                    <a:lumOff val="40000"/>
                  </a:schemeClr>
                </a:solidFill>
              </a:rPr>
              <a:t>Extracting Relevant Fields</a:t>
            </a:r>
          </a:p>
          <a:p>
            <a:endParaRPr lang="en-US" sz="4000" b="1" u="sng">
              <a:solidFill>
                <a:schemeClr val="accent5">
                  <a:lumMod val="60000"/>
                  <a:lumOff val="40000"/>
                </a:schemeClr>
              </a:solidFill>
            </a:endParaRPr>
          </a:p>
        </p:txBody>
      </p:sp>
      <p:pic>
        <p:nvPicPr>
          <p:cNvPr id="3" name="Picture 2" descr="A screenshot of a computer&#10;&#10;AI-generated content may be incorrect.">
            <a:extLst>
              <a:ext uri="{FF2B5EF4-FFF2-40B4-BE49-F238E27FC236}">
                <a16:creationId xmlns:a16="http://schemas.microsoft.com/office/drawing/2014/main" id="{8DC90F82-23B4-98B4-E98E-0657B56305E5}"/>
              </a:ext>
            </a:extLst>
          </p:cNvPr>
          <p:cNvPicPr>
            <a:picLocks noChangeAspect="1"/>
          </p:cNvPicPr>
          <p:nvPr/>
        </p:nvPicPr>
        <p:blipFill>
          <a:blip r:embed="rId2"/>
          <a:stretch>
            <a:fillRect/>
          </a:stretch>
        </p:blipFill>
        <p:spPr>
          <a:xfrm>
            <a:off x="357187" y="1118796"/>
            <a:ext cx="11477626" cy="5310970"/>
          </a:xfrm>
          <a:prstGeom prst="rect">
            <a:avLst/>
          </a:prstGeom>
        </p:spPr>
      </p:pic>
    </p:spTree>
    <p:extLst>
      <p:ext uri="{BB962C8B-B14F-4D97-AF65-F5344CB8AC3E}">
        <p14:creationId xmlns:p14="http://schemas.microsoft.com/office/powerpoint/2010/main" val="33597592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91755-AF5F-5C3B-6E22-C43EFD5F3BF8}"/>
              </a:ext>
            </a:extLst>
          </p:cNvPr>
          <p:cNvSpPr>
            <a:spLocks noGrp="1"/>
          </p:cNvSpPr>
          <p:nvPr>
            <p:ph type="title"/>
          </p:nvPr>
        </p:nvSpPr>
        <p:spPr/>
        <p:txBody>
          <a:bodyPr lIns="91440" tIns="45720" rIns="91440" bIns="45720" anchor="t"/>
          <a:lstStyle/>
          <a:p>
            <a:r>
              <a:rPr lang="en-US" u="sng">
                <a:solidFill>
                  <a:schemeClr val="accent5">
                    <a:lumMod val="60000"/>
                    <a:lumOff val="40000"/>
                  </a:schemeClr>
                </a:solidFill>
              </a:rPr>
              <a:t>Identifying </a:t>
            </a:r>
            <a:r>
              <a:rPr lang="en-US" u="sng" err="1">
                <a:solidFill>
                  <a:schemeClr val="accent5">
                    <a:lumMod val="60000"/>
                    <a:lumOff val="40000"/>
                  </a:schemeClr>
                </a:solidFill>
              </a:rPr>
              <a:t>dns</a:t>
            </a:r>
            <a:r>
              <a:rPr lang="en-US" u="sng">
                <a:solidFill>
                  <a:schemeClr val="accent5">
                    <a:lumMod val="60000"/>
                    <a:lumOff val="40000"/>
                  </a:schemeClr>
                </a:solidFill>
              </a:rPr>
              <a:t> </a:t>
            </a:r>
            <a:r>
              <a:rPr lang="en-US" u="sng" err="1">
                <a:solidFill>
                  <a:schemeClr val="accent5">
                    <a:lumMod val="60000"/>
                    <a:lumOff val="40000"/>
                  </a:schemeClr>
                </a:solidFill>
              </a:rPr>
              <a:t>anomalities</a:t>
            </a:r>
          </a:p>
        </p:txBody>
      </p:sp>
      <p:sp>
        <p:nvSpPr>
          <p:cNvPr id="3" name="Content Placeholder 2">
            <a:extLst>
              <a:ext uri="{FF2B5EF4-FFF2-40B4-BE49-F238E27FC236}">
                <a16:creationId xmlns:a16="http://schemas.microsoft.com/office/drawing/2014/main" id="{CCA58B5F-869F-45CE-CC7E-F0809322B378}"/>
              </a:ext>
            </a:extLst>
          </p:cNvPr>
          <p:cNvSpPr>
            <a:spLocks noGrp="1"/>
          </p:cNvSpPr>
          <p:nvPr>
            <p:ph sz="quarter" idx="10"/>
          </p:nvPr>
        </p:nvSpPr>
        <p:spPr>
          <a:xfrm>
            <a:off x="693738" y="1401882"/>
            <a:ext cx="9567113" cy="4795718"/>
          </a:xfrm>
        </p:spPr>
        <p:txBody>
          <a:bodyPr lIns="91440" tIns="45720" rIns="91440" bIns="45720" anchor="t"/>
          <a:lstStyle/>
          <a:p>
            <a:pPr marL="0" indent="0">
              <a:buNone/>
            </a:pPr>
            <a:endParaRPr lang="en-US"/>
          </a:p>
          <a:p>
            <a:r>
              <a:rPr lang="en-US">
                <a:solidFill>
                  <a:schemeClr val="accent5">
                    <a:lumMod val="60000"/>
                    <a:lumOff val="40000"/>
                  </a:schemeClr>
                </a:solidFill>
                <a:ea typeface="+mn-lt"/>
                <a:cs typeface="+mn-lt"/>
              </a:rPr>
              <a:t>Anomalies in DNS logs often point to suspicious or abnormal behavior — for example:</a:t>
            </a:r>
          </a:p>
          <a:p>
            <a:r>
              <a:rPr lang="en-US">
                <a:solidFill>
                  <a:schemeClr val="accent5">
                    <a:lumMod val="60000"/>
                    <a:lumOff val="40000"/>
                  </a:schemeClr>
                </a:solidFill>
                <a:ea typeface="+mn-lt"/>
                <a:cs typeface="+mn-lt"/>
              </a:rPr>
              <a:t>Unusually high number of DNS queries from a single source (possible malware or tunneling).</a:t>
            </a:r>
          </a:p>
          <a:p>
            <a:r>
              <a:rPr lang="en-US">
                <a:solidFill>
                  <a:schemeClr val="accent5">
                    <a:lumMod val="60000"/>
                    <a:lumOff val="40000"/>
                  </a:schemeClr>
                </a:solidFill>
                <a:ea typeface="+mn-lt"/>
                <a:cs typeface="+mn-lt"/>
              </a:rPr>
              <a:t>Requests to rare or suspicious domain names (e.g., </a:t>
            </a:r>
            <a:r>
              <a:rPr lang="en-US">
                <a:solidFill>
                  <a:schemeClr val="accent5">
                    <a:lumMod val="60000"/>
                    <a:lumOff val="40000"/>
                  </a:schemeClr>
                </a:solidFill>
                <a:latin typeface="Consolas"/>
              </a:rPr>
              <a:t>xyz123.baddomain.ru</a:t>
            </a:r>
            <a:r>
              <a:rPr lang="en-US">
                <a:solidFill>
                  <a:schemeClr val="accent5">
                    <a:lumMod val="60000"/>
                    <a:lumOff val="40000"/>
                  </a:schemeClr>
                </a:solidFill>
                <a:ea typeface="+mn-lt"/>
                <a:cs typeface="+mn-lt"/>
              </a:rPr>
              <a:t>)</a:t>
            </a:r>
          </a:p>
          <a:p>
            <a:r>
              <a:rPr lang="en-US">
                <a:solidFill>
                  <a:schemeClr val="accent5">
                    <a:lumMod val="60000"/>
                    <a:lumOff val="40000"/>
                  </a:schemeClr>
                </a:solidFill>
                <a:ea typeface="+mn-lt"/>
                <a:cs typeface="+mn-lt"/>
              </a:rPr>
              <a:t>Repeated </a:t>
            </a:r>
            <a:r>
              <a:rPr lang="en-US">
                <a:solidFill>
                  <a:schemeClr val="accent5">
                    <a:lumMod val="60000"/>
                    <a:lumOff val="40000"/>
                  </a:schemeClr>
                </a:solidFill>
                <a:latin typeface="Consolas"/>
              </a:rPr>
              <a:t>NXDOMAIN</a:t>
            </a:r>
            <a:r>
              <a:rPr lang="en-US">
                <a:solidFill>
                  <a:schemeClr val="accent5">
                    <a:lumMod val="60000"/>
                    <a:lumOff val="40000"/>
                  </a:schemeClr>
                </a:solidFill>
                <a:ea typeface="+mn-lt"/>
                <a:cs typeface="+mn-lt"/>
              </a:rPr>
              <a:t> responses (domain not found).</a:t>
            </a:r>
          </a:p>
          <a:p>
            <a:r>
              <a:rPr lang="en-US">
                <a:solidFill>
                  <a:schemeClr val="accent5">
                    <a:lumMod val="60000"/>
                    <a:lumOff val="40000"/>
                  </a:schemeClr>
                </a:solidFill>
                <a:ea typeface="+mn-lt"/>
                <a:cs typeface="+mn-lt"/>
              </a:rPr>
              <a:t>Use of uncommon record types (e.g., </a:t>
            </a:r>
            <a:r>
              <a:rPr lang="en-US">
                <a:solidFill>
                  <a:schemeClr val="accent5">
                    <a:lumMod val="60000"/>
                    <a:lumOff val="40000"/>
                  </a:schemeClr>
                </a:solidFill>
                <a:latin typeface="Consolas"/>
              </a:rPr>
              <a:t>TXT</a:t>
            </a:r>
            <a:r>
              <a:rPr lang="en-US">
                <a:solidFill>
                  <a:schemeClr val="accent5">
                    <a:lumMod val="60000"/>
                    <a:lumOff val="40000"/>
                  </a:schemeClr>
                </a:solidFill>
                <a:ea typeface="+mn-lt"/>
                <a:cs typeface="+mn-lt"/>
              </a:rPr>
              <a:t>, </a:t>
            </a:r>
            <a:r>
              <a:rPr lang="en-US">
                <a:solidFill>
                  <a:schemeClr val="accent5">
                    <a:lumMod val="60000"/>
                    <a:lumOff val="40000"/>
                  </a:schemeClr>
                </a:solidFill>
                <a:latin typeface="Consolas"/>
              </a:rPr>
              <a:t>NULL</a:t>
            </a:r>
            <a:r>
              <a:rPr lang="en-US">
                <a:solidFill>
                  <a:schemeClr val="accent5">
                    <a:lumMod val="60000"/>
                    <a:lumOff val="40000"/>
                  </a:schemeClr>
                </a:solidFill>
                <a:ea typeface="+mn-lt"/>
                <a:cs typeface="+mn-lt"/>
              </a:rPr>
              <a:t>, </a:t>
            </a:r>
            <a:r>
              <a:rPr lang="en-US">
                <a:solidFill>
                  <a:schemeClr val="accent5">
                    <a:lumMod val="60000"/>
                    <a:lumOff val="40000"/>
                  </a:schemeClr>
                </a:solidFill>
                <a:latin typeface="Consolas"/>
              </a:rPr>
              <a:t>ANY</a:t>
            </a:r>
            <a:r>
              <a:rPr lang="en-US">
                <a:solidFill>
                  <a:schemeClr val="accent5">
                    <a:lumMod val="60000"/>
                    <a:lumOff val="40000"/>
                  </a:schemeClr>
                </a:solidFill>
                <a:ea typeface="+mn-lt"/>
                <a:cs typeface="+mn-lt"/>
              </a:rPr>
              <a:t>).</a:t>
            </a:r>
          </a:p>
          <a:p>
            <a:r>
              <a:rPr lang="en-US">
                <a:solidFill>
                  <a:schemeClr val="accent5">
                    <a:lumMod val="60000"/>
                    <a:lumOff val="40000"/>
                  </a:schemeClr>
                </a:solidFill>
                <a:ea typeface="+mn-lt"/>
                <a:cs typeface="+mn-lt"/>
              </a:rPr>
              <a:t>Excessive queries outside business hours.</a:t>
            </a:r>
          </a:p>
          <a:p>
            <a:endParaRPr lang="en-US">
              <a:solidFill>
                <a:schemeClr val="accent5">
                  <a:lumMod val="60000"/>
                  <a:lumOff val="40000"/>
                </a:schemeClr>
              </a:solidFill>
            </a:endParaRPr>
          </a:p>
        </p:txBody>
      </p:sp>
    </p:spTree>
    <p:extLst>
      <p:ext uri="{BB962C8B-B14F-4D97-AF65-F5344CB8AC3E}">
        <p14:creationId xmlns:p14="http://schemas.microsoft.com/office/powerpoint/2010/main" val="37891693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itle 48">
            <a:extLst>
              <a:ext uri="{FF2B5EF4-FFF2-40B4-BE49-F238E27FC236}">
                <a16:creationId xmlns:a16="http://schemas.microsoft.com/office/drawing/2014/main" id="{7FE51E02-50EB-4E26-B5E1-1B76B0D7B688}"/>
              </a:ext>
            </a:extLst>
          </p:cNvPr>
          <p:cNvSpPr>
            <a:spLocks noGrp="1"/>
          </p:cNvSpPr>
          <p:nvPr>
            <p:ph type="title"/>
          </p:nvPr>
        </p:nvSpPr>
        <p:spPr>
          <a:xfrm>
            <a:off x="1712547" y="1737361"/>
            <a:ext cx="6517053" cy="666294"/>
          </a:xfrm>
        </p:spPr>
        <p:txBody>
          <a:bodyPr lIns="91440" tIns="45720" rIns="91440" bIns="45720" anchor="t"/>
          <a:lstStyle/>
          <a:p>
            <a:r>
              <a:rPr lang="en-US" sz="3200" u="sng"/>
              <a:t>IDENTIFY ANOMALITIES</a:t>
            </a:r>
          </a:p>
        </p:txBody>
      </p:sp>
      <p:cxnSp>
        <p:nvCxnSpPr>
          <p:cNvPr id="14" name="Straight Connector 13">
            <a:extLst>
              <a:ext uri="{FF2B5EF4-FFF2-40B4-BE49-F238E27FC236}">
                <a16:creationId xmlns:a16="http://schemas.microsoft.com/office/drawing/2014/main" id="{DA6FC127-313F-42F3-9800-F36B13BD0BB7}"/>
              </a:ext>
              <a:ext uri="{C183D7F6-B498-43B3-948B-1728B52AA6E4}">
                <adec:decorative xmlns:adec="http://schemas.microsoft.com/office/drawing/2017/decorative" val="1"/>
              </a:ext>
            </a:extLst>
          </p:cNvPr>
          <p:cNvCxnSpPr>
            <a:cxnSpLocks/>
            <a:stCxn id="15" idx="6"/>
            <a:endCxn id="20" idx="2"/>
          </p:cNvCxnSpPr>
          <p:nvPr/>
        </p:nvCxnSpPr>
        <p:spPr>
          <a:xfrm>
            <a:off x="2172245" y="3645383"/>
            <a:ext cx="7622284"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17BD30DD-1CDC-42FA-A173-F6CFB93D911B}"/>
              </a:ext>
              <a:ext uri="{C183D7F6-B498-43B3-948B-1728B52AA6E4}">
                <adec:decorative xmlns:adec="http://schemas.microsoft.com/office/drawing/2017/decorative" val="1"/>
              </a:ext>
            </a:extLst>
          </p:cNvPr>
          <p:cNvSpPr/>
          <p:nvPr/>
        </p:nvSpPr>
        <p:spPr>
          <a:xfrm>
            <a:off x="4085064" y="3172544"/>
            <a:ext cx="945678" cy="945678"/>
          </a:xfrm>
          <a:prstGeom prst="ellipse">
            <a:avLst/>
          </a:prstGeom>
          <a:solidFill>
            <a:schemeClr val="accent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6FF16285-BEA6-47E3-8ECE-E17D4D08489A}"/>
              </a:ext>
              <a:ext uri="{C183D7F6-B498-43B3-948B-1728B52AA6E4}">
                <adec:decorative xmlns:adec="http://schemas.microsoft.com/office/drawing/2017/decorative" val="1"/>
              </a:ext>
            </a:extLst>
          </p:cNvPr>
          <p:cNvSpPr/>
          <p:nvPr/>
        </p:nvSpPr>
        <p:spPr>
          <a:xfrm>
            <a:off x="6943562" y="3174633"/>
            <a:ext cx="945678" cy="945678"/>
          </a:xfrm>
          <a:prstGeom prst="ellipse">
            <a:avLst/>
          </a:prstGeom>
          <a:solidFill>
            <a:schemeClr val="accent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3FF59E2B-8CF4-4F96-9F85-850F62E8736C}"/>
              </a:ext>
              <a:ext uri="{C183D7F6-B498-43B3-948B-1728B52AA6E4}">
                <adec:decorative xmlns:adec="http://schemas.microsoft.com/office/drawing/2017/decorative" val="1"/>
              </a:ext>
            </a:extLst>
          </p:cNvPr>
          <p:cNvSpPr/>
          <p:nvPr/>
        </p:nvSpPr>
        <p:spPr>
          <a:xfrm>
            <a:off x="9794529" y="3172544"/>
            <a:ext cx="945678" cy="945678"/>
          </a:xfrm>
          <a:prstGeom prst="ellipse">
            <a:avLst/>
          </a:prstGeom>
          <a:solidFill>
            <a:schemeClr val="accent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D56AB62C-FF38-4153-B496-F42C8DB04407}"/>
              </a:ext>
              <a:ext uri="{C183D7F6-B498-43B3-948B-1728B52AA6E4}">
                <adec:decorative xmlns:adec="http://schemas.microsoft.com/office/drawing/2017/decorative" val="1"/>
              </a:ext>
            </a:extLst>
          </p:cNvPr>
          <p:cNvSpPr/>
          <p:nvPr/>
        </p:nvSpPr>
        <p:spPr>
          <a:xfrm>
            <a:off x="1226567" y="3172544"/>
            <a:ext cx="945678" cy="945678"/>
          </a:xfrm>
          <a:prstGeom prst="ellipse">
            <a:avLst/>
          </a:prstGeom>
          <a:solidFill>
            <a:schemeClr val="accent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1" name="Picture Placeholder 90" descr="market icon">
            <a:extLst>
              <a:ext uri="{FF2B5EF4-FFF2-40B4-BE49-F238E27FC236}">
                <a16:creationId xmlns:a16="http://schemas.microsoft.com/office/drawing/2014/main" id="{C6A83A1A-E2DA-4D40-B2A8-6FAABB76B41B}"/>
              </a:ext>
            </a:extLst>
          </p:cNvPr>
          <p:cNvPicPr>
            <a:picLocks noGrp="1" noChangeAspect="1"/>
          </p:cNvPicPr>
          <p:nvPr>
            <p:ph type="pic" sz="quarter" idx="25"/>
          </p:nvPr>
        </p:nvPicPr>
        <p:blipFill>
          <a:blip r:embed="rId2"/>
          <a:srcRect/>
          <a:stretch>
            <a:fillRect/>
          </a:stretch>
        </p:blipFill>
        <p:spPr>
          <a:xfrm>
            <a:off x="1404658" y="3330145"/>
            <a:ext cx="603504" cy="603504"/>
          </a:xfrm>
          <a:prstGeom prst="rect">
            <a:avLst/>
          </a:prstGeom>
        </p:spPr>
      </p:pic>
      <p:sp>
        <p:nvSpPr>
          <p:cNvPr id="26" name="Text Placeholder 25">
            <a:extLst>
              <a:ext uri="{FF2B5EF4-FFF2-40B4-BE49-F238E27FC236}">
                <a16:creationId xmlns:a16="http://schemas.microsoft.com/office/drawing/2014/main" id="{2F0C189F-75BF-4FC8-A278-5EFC6B66FACA}"/>
              </a:ext>
            </a:extLst>
          </p:cNvPr>
          <p:cNvSpPr>
            <a:spLocks noGrp="1"/>
          </p:cNvSpPr>
          <p:nvPr>
            <p:ph type="body" sz="quarter" idx="12"/>
          </p:nvPr>
        </p:nvSpPr>
        <p:spPr>
          <a:xfrm>
            <a:off x="321496" y="4389095"/>
            <a:ext cx="2712689" cy="1199011"/>
          </a:xfrm>
        </p:spPr>
        <p:txBody>
          <a:bodyPr lIns="91440" tIns="45720" rIns="91440" bIns="45720" anchor="t"/>
          <a:lstStyle/>
          <a:p>
            <a:r>
              <a:rPr lang="en-US">
                <a:ea typeface="+mj-lt"/>
                <a:cs typeface="+mj-lt"/>
              </a:rPr>
              <a:t>Anomalies in DNS logs often point to suspicious or abnormal behavior.</a:t>
            </a:r>
            <a:endParaRPr lang="en-US"/>
          </a:p>
          <a:p>
            <a:endParaRPr lang="en-US"/>
          </a:p>
        </p:txBody>
      </p:sp>
      <p:pic>
        <p:nvPicPr>
          <p:cNvPr id="92" name="Picture Placeholder 91" descr="group of people icon">
            <a:extLst>
              <a:ext uri="{FF2B5EF4-FFF2-40B4-BE49-F238E27FC236}">
                <a16:creationId xmlns:a16="http://schemas.microsoft.com/office/drawing/2014/main" id="{B0B79D89-2FA7-4527-BF24-BD94083A08E6}"/>
              </a:ext>
            </a:extLst>
          </p:cNvPr>
          <p:cNvPicPr>
            <a:picLocks noGrp="1" noChangeAspect="1"/>
          </p:cNvPicPr>
          <p:nvPr>
            <p:ph type="pic" sz="quarter" idx="26"/>
          </p:nvPr>
        </p:nvPicPr>
        <p:blipFill>
          <a:blip r:embed="rId3"/>
          <a:srcRect/>
          <a:stretch>
            <a:fillRect/>
          </a:stretch>
        </p:blipFill>
        <p:spPr>
          <a:prstGeom prst="rect">
            <a:avLst/>
          </a:prstGeom>
        </p:spPr>
      </p:pic>
      <p:sp>
        <p:nvSpPr>
          <p:cNvPr id="31" name="Text Placeholder 30">
            <a:extLst>
              <a:ext uri="{FF2B5EF4-FFF2-40B4-BE49-F238E27FC236}">
                <a16:creationId xmlns:a16="http://schemas.microsoft.com/office/drawing/2014/main" id="{850A4385-C5CF-4BEE-B287-D3AC3C912861}"/>
              </a:ext>
            </a:extLst>
          </p:cNvPr>
          <p:cNvSpPr>
            <a:spLocks noGrp="1"/>
          </p:cNvSpPr>
          <p:nvPr>
            <p:ph type="body" sz="quarter" idx="22"/>
          </p:nvPr>
        </p:nvSpPr>
        <p:spPr>
          <a:xfrm>
            <a:off x="3237502" y="4220254"/>
            <a:ext cx="2727067" cy="954596"/>
          </a:xfrm>
        </p:spPr>
        <p:txBody>
          <a:bodyPr lIns="91440" tIns="45720" rIns="91440" bIns="45720" anchor="t"/>
          <a:lstStyle/>
          <a:p>
            <a:pPr marL="285750" indent="-285750">
              <a:buFont typeface="Arial"/>
              <a:buChar char="•"/>
            </a:pPr>
            <a:r>
              <a:rPr lang="en-US">
                <a:ea typeface="+mj-lt"/>
                <a:cs typeface="+mj-lt"/>
              </a:rPr>
              <a:t>Unusually high number of DNS queries from a single source (possible malware or tunneling).</a:t>
            </a:r>
            <a:endParaRPr lang="en-US"/>
          </a:p>
          <a:p>
            <a:r>
              <a:rPr lang="en-US">
                <a:ea typeface="+mj-lt"/>
                <a:cs typeface="+mj-lt"/>
              </a:rPr>
              <a:t> </a:t>
            </a:r>
            <a:endParaRPr lang="en-US"/>
          </a:p>
          <a:p>
            <a:endParaRPr lang="en-US"/>
          </a:p>
        </p:txBody>
      </p:sp>
      <p:pic>
        <p:nvPicPr>
          <p:cNvPr id="93" name="Picture Placeholder 92" descr="piggy bank icon">
            <a:extLst>
              <a:ext uri="{FF2B5EF4-FFF2-40B4-BE49-F238E27FC236}">
                <a16:creationId xmlns:a16="http://schemas.microsoft.com/office/drawing/2014/main" id="{72B05E96-95BD-47EE-996E-6B2C14EBD1B4}"/>
              </a:ext>
            </a:extLst>
          </p:cNvPr>
          <p:cNvPicPr>
            <a:picLocks noGrp="1" noChangeAspect="1"/>
          </p:cNvPicPr>
          <p:nvPr>
            <p:ph type="pic" sz="quarter" idx="28"/>
          </p:nvPr>
        </p:nvPicPr>
        <p:blipFill>
          <a:blip r:embed="rId4"/>
          <a:srcRect/>
          <a:stretch>
            <a:fillRect/>
          </a:stretch>
        </p:blipFill>
        <p:spPr>
          <a:prstGeom prst="rect">
            <a:avLst/>
          </a:prstGeom>
        </p:spPr>
      </p:pic>
      <p:sp>
        <p:nvSpPr>
          <p:cNvPr id="32" name="Text Placeholder 31">
            <a:extLst>
              <a:ext uri="{FF2B5EF4-FFF2-40B4-BE49-F238E27FC236}">
                <a16:creationId xmlns:a16="http://schemas.microsoft.com/office/drawing/2014/main" id="{561059DA-EA8B-4860-B58D-BBFD6C2CFC5C}"/>
              </a:ext>
            </a:extLst>
          </p:cNvPr>
          <p:cNvSpPr>
            <a:spLocks noGrp="1"/>
          </p:cNvSpPr>
          <p:nvPr>
            <p:ph type="body" sz="quarter" idx="23"/>
          </p:nvPr>
        </p:nvSpPr>
        <p:spPr>
          <a:xfrm>
            <a:off x="6096000" y="4218499"/>
            <a:ext cx="2640803" cy="365125"/>
          </a:xfrm>
        </p:spPr>
        <p:txBody>
          <a:bodyPr lIns="91440" tIns="45720" rIns="91440" bIns="45720" anchor="t"/>
          <a:lstStyle/>
          <a:p>
            <a:r>
              <a:rPr lang="en-US">
                <a:ea typeface="+mj-lt"/>
                <a:cs typeface="+mj-lt"/>
              </a:rPr>
              <a:t>Requests to rare or suspicious domain names</a:t>
            </a:r>
            <a:endParaRPr lang="en-US"/>
          </a:p>
        </p:txBody>
      </p:sp>
      <p:pic>
        <p:nvPicPr>
          <p:cNvPr id="94" name="Picture Placeholder 93" descr="stack of papers icon">
            <a:extLst>
              <a:ext uri="{FF2B5EF4-FFF2-40B4-BE49-F238E27FC236}">
                <a16:creationId xmlns:a16="http://schemas.microsoft.com/office/drawing/2014/main" id="{8C7C9F51-16A3-43F8-8724-9F145C4AD51D}"/>
              </a:ext>
            </a:extLst>
          </p:cNvPr>
          <p:cNvPicPr>
            <a:picLocks noGrp="1" noChangeAspect="1"/>
          </p:cNvPicPr>
          <p:nvPr>
            <p:ph type="pic" sz="quarter" idx="27"/>
          </p:nvPr>
        </p:nvPicPr>
        <p:blipFill>
          <a:blip r:embed="rId5"/>
          <a:srcRect/>
          <a:stretch>
            <a:fillRect/>
          </a:stretch>
        </p:blipFill>
        <p:spPr>
          <a:prstGeom prst="rect">
            <a:avLst/>
          </a:prstGeom>
        </p:spPr>
      </p:pic>
      <p:sp>
        <p:nvSpPr>
          <p:cNvPr id="33" name="Text Placeholder 32">
            <a:extLst>
              <a:ext uri="{FF2B5EF4-FFF2-40B4-BE49-F238E27FC236}">
                <a16:creationId xmlns:a16="http://schemas.microsoft.com/office/drawing/2014/main" id="{921263C4-F13B-47F6-A4A0-816A8D261C29}"/>
              </a:ext>
            </a:extLst>
          </p:cNvPr>
          <p:cNvSpPr>
            <a:spLocks noGrp="1"/>
          </p:cNvSpPr>
          <p:nvPr>
            <p:ph type="body" sz="quarter" idx="24"/>
          </p:nvPr>
        </p:nvSpPr>
        <p:spPr>
          <a:xfrm>
            <a:off x="8946967" y="4218499"/>
            <a:ext cx="2640803" cy="365125"/>
          </a:xfrm>
        </p:spPr>
        <p:txBody>
          <a:bodyPr lIns="91440" tIns="45720" rIns="91440" bIns="45720" anchor="t"/>
          <a:lstStyle/>
          <a:p>
            <a:pPr marL="285750" indent="-285750">
              <a:buFont typeface="Arial"/>
              <a:buChar char="•"/>
            </a:pPr>
            <a:r>
              <a:rPr lang="en-US">
                <a:ea typeface="+mj-lt"/>
                <a:cs typeface="+mj-lt"/>
              </a:rPr>
              <a:t>Use of uncommon record types (e.g., </a:t>
            </a:r>
            <a:r>
              <a:rPr lang="en-US">
                <a:latin typeface="Consolas"/>
              </a:rPr>
              <a:t>TXT</a:t>
            </a:r>
            <a:r>
              <a:rPr lang="en-US">
                <a:ea typeface="+mj-lt"/>
                <a:cs typeface="+mj-lt"/>
              </a:rPr>
              <a:t>, </a:t>
            </a:r>
            <a:r>
              <a:rPr lang="en-US">
                <a:latin typeface="Consolas"/>
              </a:rPr>
              <a:t>NULL</a:t>
            </a:r>
            <a:r>
              <a:rPr lang="en-US">
                <a:ea typeface="+mj-lt"/>
                <a:cs typeface="+mj-lt"/>
              </a:rPr>
              <a:t>, </a:t>
            </a:r>
            <a:r>
              <a:rPr lang="en-US">
                <a:latin typeface="Consolas"/>
              </a:rPr>
              <a:t>ANY</a:t>
            </a:r>
            <a:r>
              <a:rPr lang="en-US">
                <a:ea typeface="+mj-lt"/>
                <a:cs typeface="+mj-lt"/>
              </a:rPr>
              <a:t>).</a:t>
            </a:r>
            <a:endParaRPr lang="en-US"/>
          </a:p>
          <a:p>
            <a:pPr marL="285750" indent="-285750">
              <a:buFont typeface="Arial"/>
              <a:buChar char="•"/>
            </a:pPr>
            <a:r>
              <a:rPr lang="en-US">
                <a:ea typeface="+mj-lt"/>
                <a:cs typeface="+mj-lt"/>
              </a:rPr>
              <a:t>Excessive queries outside business hours.</a:t>
            </a:r>
            <a:endParaRPr lang="en-US"/>
          </a:p>
          <a:p>
            <a:endParaRPr lang="en-US"/>
          </a:p>
        </p:txBody>
      </p:sp>
      <p:sp>
        <p:nvSpPr>
          <p:cNvPr id="3" name="Footer Placeholder 2">
            <a:extLst>
              <a:ext uri="{FF2B5EF4-FFF2-40B4-BE49-F238E27FC236}">
                <a16:creationId xmlns:a16="http://schemas.microsoft.com/office/drawing/2014/main" id="{4EA344E8-12AB-4BC6-9FA0-D3FFCDFD1616}"/>
              </a:ext>
            </a:extLst>
          </p:cNvPr>
          <p:cNvSpPr>
            <a:spLocks noGrp="1"/>
          </p:cNvSpPr>
          <p:nvPr>
            <p:ph type="ftr" sz="quarter" idx="3"/>
          </p:nvPr>
        </p:nvSpPr>
        <p:spPr>
          <a:xfrm rot="5400000">
            <a:off x="10541127" y="1408176"/>
            <a:ext cx="2770499" cy="365125"/>
          </a:xfrm>
        </p:spPr>
        <p:txBody>
          <a:bodyPr/>
          <a:lstStyle/>
          <a:p>
            <a:r>
              <a:rPr lang="en-US"/>
              <a:t>PRESENTATION TITLE</a:t>
            </a:r>
          </a:p>
        </p:txBody>
      </p:sp>
      <p:sp>
        <p:nvSpPr>
          <p:cNvPr id="4" name="Slide Number Placeholder 3">
            <a:extLst>
              <a:ext uri="{FF2B5EF4-FFF2-40B4-BE49-F238E27FC236}">
                <a16:creationId xmlns:a16="http://schemas.microsoft.com/office/drawing/2014/main" id="{BDAFBEEF-2BDC-48F9-ACA2-5A9324E7BFE5}"/>
              </a:ext>
            </a:extLst>
          </p:cNvPr>
          <p:cNvSpPr>
            <a:spLocks noGrp="1"/>
          </p:cNvSpPr>
          <p:nvPr>
            <p:ph type="sldNum" sz="quarter" idx="4"/>
          </p:nvPr>
        </p:nvSpPr>
        <p:spPr>
          <a:xfrm>
            <a:off x="11519019" y="3164804"/>
            <a:ext cx="545911" cy="580029"/>
          </a:xfrm>
        </p:spPr>
        <p:txBody>
          <a:bodyPr/>
          <a:lstStyle/>
          <a:p>
            <a:fld id="{8D1FC6F8-0BCD-47E9-9C64-690771D9C143}" type="slidenum">
              <a:rPr lang="en-US" smtClean="0"/>
              <a:pPr/>
              <a:t>15</a:t>
            </a:fld>
            <a:endParaRPr lang="en-US"/>
          </a:p>
        </p:txBody>
      </p:sp>
    </p:spTree>
    <p:extLst>
      <p:ext uri="{BB962C8B-B14F-4D97-AF65-F5344CB8AC3E}">
        <p14:creationId xmlns:p14="http://schemas.microsoft.com/office/powerpoint/2010/main" val="29611060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78A3B-3C6D-AF00-3AA6-1D4D6E6CB8F2}"/>
              </a:ext>
            </a:extLst>
          </p:cNvPr>
          <p:cNvSpPr>
            <a:spLocks noGrp="1"/>
          </p:cNvSpPr>
          <p:nvPr>
            <p:ph type="title"/>
          </p:nvPr>
        </p:nvSpPr>
        <p:spPr>
          <a:xfrm>
            <a:off x="423109" y="637646"/>
            <a:ext cx="7994495" cy="592412"/>
          </a:xfrm>
        </p:spPr>
        <p:txBody>
          <a:bodyPr lIns="91440" tIns="45720" rIns="91440" bIns="45720" anchor="b"/>
          <a:lstStyle/>
          <a:p>
            <a:r>
              <a:rPr lang="en-US" u="sng"/>
              <a:t>Identify anomalies</a:t>
            </a:r>
          </a:p>
        </p:txBody>
      </p:sp>
      <p:pic>
        <p:nvPicPr>
          <p:cNvPr id="4" name="Picture 3" descr="A screenshot of a computer&#10;&#10;AI-generated content may be incorrect.">
            <a:extLst>
              <a:ext uri="{FF2B5EF4-FFF2-40B4-BE49-F238E27FC236}">
                <a16:creationId xmlns:a16="http://schemas.microsoft.com/office/drawing/2014/main" id="{AB914F58-22AB-BF69-7703-81EFD4050BB8}"/>
              </a:ext>
            </a:extLst>
          </p:cNvPr>
          <p:cNvPicPr>
            <a:picLocks noChangeAspect="1"/>
          </p:cNvPicPr>
          <p:nvPr/>
        </p:nvPicPr>
        <p:blipFill>
          <a:blip r:embed="rId2"/>
          <a:stretch>
            <a:fillRect/>
          </a:stretch>
        </p:blipFill>
        <p:spPr>
          <a:xfrm>
            <a:off x="-1" y="2381203"/>
            <a:ext cx="10351702" cy="3389558"/>
          </a:xfrm>
          <a:prstGeom prst="rect">
            <a:avLst/>
          </a:prstGeom>
        </p:spPr>
      </p:pic>
    </p:spTree>
    <p:extLst>
      <p:ext uri="{BB962C8B-B14F-4D97-AF65-F5344CB8AC3E}">
        <p14:creationId xmlns:p14="http://schemas.microsoft.com/office/powerpoint/2010/main" val="4960565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A8739-C190-E3EA-0B5E-5B79A3F6736B}"/>
              </a:ext>
            </a:extLst>
          </p:cNvPr>
          <p:cNvSpPr>
            <a:spLocks noGrp="1"/>
          </p:cNvSpPr>
          <p:nvPr>
            <p:ph type="title"/>
          </p:nvPr>
        </p:nvSpPr>
        <p:spPr>
          <a:xfrm>
            <a:off x="437485" y="5042"/>
            <a:ext cx="11761363" cy="1411920"/>
          </a:xfrm>
        </p:spPr>
        <p:txBody>
          <a:bodyPr lIns="91440" tIns="45720" rIns="91440" bIns="45720" anchor="b"/>
          <a:lstStyle/>
          <a:p>
            <a:r>
              <a:rPr lang="en-US" sz="4000" u="sng"/>
              <a:t>Top dns source &amp; </a:t>
            </a:r>
            <a:r>
              <a:rPr lang="en-US" sz="4000" b="1" u="sng">
                <a:ea typeface="+mj-lt"/>
                <a:cs typeface="+mj-lt"/>
              </a:rPr>
              <a:t>Unusual Record Types Like TXT, NULL, or ANY</a:t>
            </a:r>
            <a:endParaRPr lang="en-US" sz="4000" u="sng">
              <a:ea typeface="+mj-lt"/>
              <a:cs typeface="+mj-lt"/>
            </a:endParaRPr>
          </a:p>
        </p:txBody>
      </p:sp>
      <p:sp>
        <p:nvSpPr>
          <p:cNvPr id="3" name="Text Placeholder 2">
            <a:extLst>
              <a:ext uri="{FF2B5EF4-FFF2-40B4-BE49-F238E27FC236}">
                <a16:creationId xmlns:a16="http://schemas.microsoft.com/office/drawing/2014/main" id="{D0E6EF68-569D-0792-91A7-3209D5AC7706}"/>
              </a:ext>
            </a:extLst>
          </p:cNvPr>
          <p:cNvSpPr>
            <a:spLocks noGrp="1"/>
          </p:cNvSpPr>
          <p:nvPr>
            <p:ph type="body" sz="quarter" idx="12"/>
          </p:nvPr>
        </p:nvSpPr>
        <p:spPr/>
        <p:txBody>
          <a:bodyPr/>
          <a:lstStyle/>
          <a:p>
            <a:endParaRPr lang="en-US"/>
          </a:p>
        </p:txBody>
      </p:sp>
      <p:pic>
        <p:nvPicPr>
          <p:cNvPr id="4" name="Picture 3">
            <a:extLst>
              <a:ext uri="{FF2B5EF4-FFF2-40B4-BE49-F238E27FC236}">
                <a16:creationId xmlns:a16="http://schemas.microsoft.com/office/drawing/2014/main" id="{09F817F3-36C5-9376-2B68-7CE8B7860C0B}"/>
              </a:ext>
            </a:extLst>
          </p:cNvPr>
          <p:cNvPicPr>
            <a:picLocks noChangeAspect="1"/>
          </p:cNvPicPr>
          <p:nvPr/>
        </p:nvPicPr>
        <p:blipFill>
          <a:blip r:embed="rId2"/>
          <a:stretch>
            <a:fillRect/>
          </a:stretch>
        </p:blipFill>
        <p:spPr>
          <a:xfrm>
            <a:off x="0" y="1899774"/>
            <a:ext cx="12192000" cy="4467434"/>
          </a:xfrm>
          <a:prstGeom prst="rect">
            <a:avLst/>
          </a:prstGeom>
        </p:spPr>
      </p:pic>
    </p:spTree>
    <p:extLst>
      <p:ext uri="{BB962C8B-B14F-4D97-AF65-F5344CB8AC3E}">
        <p14:creationId xmlns:p14="http://schemas.microsoft.com/office/powerpoint/2010/main" val="18641102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23A06-48C3-0873-1CB5-1AFBDBC81C24}"/>
              </a:ext>
            </a:extLst>
          </p:cNvPr>
          <p:cNvSpPr>
            <a:spLocks noGrp="1"/>
          </p:cNvSpPr>
          <p:nvPr>
            <p:ph type="title"/>
          </p:nvPr>
        </p:nvSpPr>
        <p:spPr>
          <a:xfrm>
            <a:off x="494995" y="278212"/>
            <a:ext cx="11344419" cy="1023732"/>
          </a:xfrm>
        </p:spPr>
        <p:txBody>
          <a:bodyPr lIns="91440" tIns="45720" rIns="91440" bIns="45720" anchor="b"/>
          <a:lstStyle/>
          <a:p>
            <a:r>
              <a:rPr lang="en-US" sz="4000" b="1" u="sng">
                <a:ea typeface="+mj-lt"/>
                <a:cs typeface="+mj-lt"/>
              </a:rPr>
              <a:t>Frequent NXDOMAIN Responses</a:t>
            </a:r>
            <a:endParaRPr lang="en-US" sz="4000" b="1" u="sng"/>
          </a:p>
        </p:txBody>
      </p:sp>
      <p:pic>
        <p:nvPicPr>
          <p:cNvPr id="4" name="Picture 3">
            <a:extLst>
              <a:ext uri="{FF2B5EF4-FFF2-40B4-BE49-F238E27FC236}">
                <a16:creationId xmlns:a16="http://schemas.microsoft.com/office/drawing/2014/main" id="{0AE49890-D579-82A2-56D3-B53A7D73CE5B}"/>
              </a:ext>
            </a:extLst>
          </p:cNvPr>
          <p:cNvPicPr>
            <a:picLocks noChangeAspect="1"/>
          </p:cNvPicPr>
          <p:nvPr/>
        </p:nvPicPr>
        <p:blipFill>
          <a:blip r:embed="rId2"/>
          <a:stretch>
            <a:fillRect/>
          </a:stretch>
        </p:blipFill>
        <p:spPr>
          <a:xfrm>
            <a:off x="0" y="1502014"/>
            <a:ext cx="12192000" cy="4687860"/>
          </a:xfrm>
          <a:prstGeom prst="rect">
            <a:avLst/>
          </a:prstGeom>
        </p:spPr>
      </p:pic>
    </p:spTree>
    <p:extLst>
      <p:ext uri="{BB962C8B-B14F-4D97-AF65-F5344CB8AC3E}">
        <p14:creationId xmlns:p14="http://schemas.microsoft.com/office/powerpoint/2010/main" val="30818805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671D9-7806-CF33-8E11-BB448D6585F8}"/>
              </a:ext>
            </a:extLst>
          </p:cNvPr>
          <p:cNvSpPr>
            <a:spLocks noGrp="1"/>
          </p:cNvSpPr>
          <p:nvPr>
            <p:ph type="title"/>
          </p:nvPr>
        </p:nvSpPr>
        <p:spPr>
          <a:xfrm>
            <a:off x="2765629" y="354384"/>
            <a:ext cx="9430704" cy="1149368"/>
          </a:xfrm>
        </p:spPr>
        <p:txBody>
          <a:bodyPr lIns="91440" tIns="45720" rIns="91440" bIns="45720" anchor="t"/>
          <a:lstStyle/>
          <a:p>
            <a:r>
              <a:rPr lang="en-US" sz="4000" u="sng">
                <a:ea typeface="+mj-lt"/>
                <a:cs typeface="+mj-lt"/>
              </a:rPr>
              <a:t>Investigating Suspicious Domains</a:t>
            </a:r>
            <a:endParaRPr lang="en-US" sz="4000" u="sng"/>
          </a:p>
        </p:txBody>
      </p:sp>
      <p:pic>
        <p:nvPicPr>
          <p:cNvPr id="3" name="Picture 2" descr="A screenshot of a computer&#10;&#10;AI-generated content may be incorrect.">
            <a:extLst>
              <a:ext uri="{FF2B5EF4-FFF2-40B4-BE49-F238E27FC236}">
                <a16:creationId xmlns:a16="http://schemas.microsoft.com/office/drawing/2014/main" id="{BAB97881-84E0-6F1F-760B-A5C85F61C5C0}"/>
              </a:ext>
            </a:extLst>
          </p:cNvPr>
          <p:cNvPicPr>
            <a:picLocks noChangeAspect="1"/>
          </p:cNvPicPr>
          <p:nvPr/>
        </p:nvPicPr>
        <p:blipFill>
          <a:blip r:embed="rId2"/>
          <a:stretch>
            <a:fillRect/>
          </a:stretch>
        </p:blipFill>
        <p:spPr>
          <a:xfrm>
            <a:off x="0" y="1990220"/>
            <a:ext cx="12192000" cy="2877560"/>
          </a:xfrm>
          <a:prstGeom prst="rect">
            <a:avLst/>
          </a:prstGeom>
        </p:spPr>
      </p:pic>
    </p:spTree>
    <p:extLst>
      <p:ext uri="{BB962C8B-B14F-4D97-AF65-F5344CB8AC3E}">
        <p14:creationId xmlns:p14="http://schemas.microsoft.com/office/powerpoint/2010/main" val="20381533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CA7D7-6BF5-F1B6-DA59-0FFD7D7C1540}"/>
              </a:ext>
            </a:extLst>
          </p:cNvPr>
          <p:cNvSpPr>
            <a:spLocks noGrp="1"/>
          </p:cNvSpPr>
          <p:nvPr>
            <p:ph type="title"/>
          </p:nvPr>
        </p:nvSpPr>
        <p:spPr>
          <a:xfrm>
            <a:off x="1126610" y="239366"/>
            <a:ext cx="10925949" cy="890576"/>
          </a:xfrm>
        </p:spPr>
        <p:txBody>
          <a:bodyPr lIns="91440" tIns="45720" rIns="91440" bIns="45720" anchor="t"/>
          <a:lstStyle/>
          <a:p>
            <a:r>
              <a:rPr lang="en-US" u="sng">
                <a:ea typeface="+mj-lt"/>
                <a:cs typeface="+mj-lt"/>
              </a:rPr>
              <a:t>Spot Unusual or Rarely Queried Domains</a:t>
            </a:r>
          </a:p>
        </p:txBody>
      </p:sp>
      <p:pic>
        <p:nvPicPr>
          <p:cNvPr id="3" name="Picture 2" descr="A screenshot of a computer&#10;&#10;AI-generated content may be incorrect.">
            <a:extLst>
              <a:ext uri="{FF2B5EF4-FFF2-40B4-BE49-F238E27FC236}">
                <a16:creationId xmlns:a16="http://schemas.microsoft.com/office/drawing/2014/main" id="{EF6BDD0E-1AC5-90E2-8E00-3D8AE5A354A9}"/>
              </a:ext>
            </a:extLst>
          </p:cNvPr>
          <p:cNvPicPr>
            <a:picLocks noChangeAspect="1"/>
          </p:cNvPicPr>
          <p:nvPr/>
        </p:nvPicPr>
        <p:blipFill>
          <a:blip r:embed="rId2"/>
          <a:stretch>
            <a:fillRect/>
          </a:stretch>
        </p:blipFill>
        <p:spPr>
          <a:xfrm>
            <a:off x="0" y="1714581"/>
            <a:ext cx="12192000" cy="4708421"/>
          </a:xfrm>
          <a:prstGeom prst="rect">
            <a:avLst/>
          </a:prstGeom>
        </p:spPr>
      </p:pic>
    </p:spTree>
    <p:extLst>
      <p:ext uri="{BB962C8B-B14F-4D97-AF65-F5344CB8AC3E}">
        <p14:creationId xmlns:p14="http://schemas.microsoft.com/office/powerpoint/2010/main" val="40501401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Title 39">
            <a:extLst>
              <a:ext uri="{FF2B5EF4-FFF2-40B4-BE49-F238E27FC236}">
                <a16:creationId xmlns:a16="http://schemas.microsoft.com/office/drawing/2014/main" id="{38FEDDED-CB8D-43EC-BAB6-6DB72148B5E9}"/>
              </a:ext>
            </a:extLst>
          </p:cNvPr>
          <p:cNvSpPr>
            <a:spLocks noGrp="1"/>
          </p:cNvSpPr>
          <p:nvPr>
            <p:ph type="title"/>
          </p:nvPr>
        </p:nvSpPr>
        <p:spPr>
          <a:xfrm>
            <a:off x="1622671" y="690802"/>
            <a:ext cx="8631257" cy="575890"/>
          </a:xfrm>
        </p:spPr>
        <p:txBody>
          <a:bodyPr lIns="91440" tIns="45720" rIns="91440" bIns="45720" anchor="t"/>
          <a:lstStyle/>
          <a:p>
            <a:r>
              <a:rPr lang="en-US" sz="4000" u="sng"/>
              <a:t>With this step, I was being able to:</a:t>
            </a:r>
          </a:p>
        </p:txBody>
      </p:sp>
      <p:pic>
        <p:nvPicPr>
          <p:cNvPr id="42" name="Picture Placeholder 41" descr="box icon">
            <a:extLst>
              <a:ext uri="{FF2B5EF4-FFF2-40B4-BE49-F238E27FC236}">
                <a16:creationId xmlns:a16="http://schemas.microsoft.com/office/drawing/2014/main" id="{7A0C5CE6-9CA6-4807-B23A-A4F89C0310D2}"/>
              </a:ext>
            </a:extLst>
          </p:cNvPr>
          <p:cNvPicPr>
            <a:picLocks noGrp="1" noChangeAspect="1"/>
          </p:cNvPicPr>
          <p:nvPr>
            <p:ph type="pic" sz="quarter" idx="26"/>
          </p:nvPr>
        </p:nvPicPr>
        <p:blipFill>
          <a:blip r:embed="rId2"/>
          <a:srcRect l="375" r="375"/>
          <a:stretch>
            <a:fillRect/>
          </a:stretch>
        </p:blipFill>
        <p:spPr>
          <a:prstGeom prst="rect">
            <a:avLst/>
          </a:prstGeom>
        </p:spPr>
      </p:pic>
      <p:sp>
        <p:nvSpPr>
          <p:cNvPr id="76" name="Text Placeholder 75">
            <a:extLst>
              <a:ext uri="{FF2B5EF4-FFF2-40B4-BE49-F238E27FC236}">
                <a16:creationId xmlns:a16="http://schemas.microsoft.com/office/drawing/2014/main" id="{E239EA0A-BE2A-46D5-876A-5614B0A7CF0F}"/>
              </a:ext>
            </a:extLst>
          </p:cNvPr>
          <p:cNvSpPr>
            <a:spLocks noGrp="1"/>
          </p:cNvSpPr>
          <p:nvPr>
            <p:ph type="body" sz="quarter" idx="12"/>
          </p:nvPr>
        </p:nvSpPr>
        <p:spPr>
          <a:xfrm>
            <a:off x="1472748" y="2396151"/>
            <a:ext cx="3008631" cy="348162"/>
          </a:xfrm>
        </p:spPr>
        <p:txBody>
          <a:bodyPr lIns="91440" tIns="45720" rIns="91440" bIns="45720" anchor="t"/>
          <a:lstStyle/>
          <a:p>
            <a:pPr marL="285750" indent="-285750">
              <a:buFont typeface="Calibri" panose="020B0604020202020204" pitchFamily="34" charset="0"/>
              <a:buChar char="-"/>
            </a:pPr>
            <a:r>
              <a:rPr lang="en-US">
                <a:ea typeface="+mj-lt"/>
                <a:cs typeface="+mj-lt"/>
              </a:rPr>
              <a:t>Detect weird or rare DNS traffic</a:t>
            </a:r>
            <a:endParaRPr lang="en-US"/>
          </a:p>
        </p:txBody>
      </p:sp>
      <p:pic>
        <p:nvPicPr>
          <p:cNvPr id="43" name="Picture Placeholder 42" descr="market icon">
            <a:extLst>
              <a:ext uri="{FF2B5EF4-FFF2-40B4-BE49-F238E27FC236}">
                <a16:creationId xmlns:a16="http://schemas.microsoft.com/office/drawing/2014/main" id="{68703471-66FD-4701-B79F-C054E717F50D}"/>
              </a:ext>
            </a:extLst>
          </p:cNvPr>
          <p:cNvPicPr>
            <a:picLocks noGrp="1" noChangeAspect="1"/>
          </p:cNvPicPr>
          <p:nvPr>
            <p:ph type="pic" sz="quarter" idx="27"/>
          </p:nvPr>
        </p:nvPicPr>
        <p:blipFill>
          <a:blip r:embed="rId3"/>
          <a:srcRect/>
          <a:stretch>
            <a:fillRect/>
          </a:stretch>
        </p:blipFill>
        <p:spPr>
          <a:prstGeom prst="rect">
            <a:avLst/>
          </a:prstGeom>
        </p:spPr>
      </p:pic>
      <p:pic>
        <p:nvPicPr>
          <p:cNvPr id="45" name="Picture Placeholder 44" descr="clipboard with check list icon">
            <a:extLst>
              <a:ext uri="{FF2B5EF4-FFF2-40B4-BE49-F238E27FC236}">
                <a16:creationId xmlns:a16="http://schemas.microsoft.com/office/drawing/2014/main" id="{C8D7F118-FF46-4EA6-8CB0-7A7F32EA9B67}"/>
              </a:ext>
            </a:extLst>
          </p:cNvPr>
          <p:cNvPicPr>
            <a:picLocks noGrp="1" noChangeAspect="1"/>
          </p:cNvPicPr>
          <p:nvPr>
            <p:ph type="pic" sz="quarter" idx="28"/>
          </p:nvPr>
        </p:nvPicPr>
        <p:blipFill>
          <a:blip r:embed="rId4"/>
          <a:srcRect l="375" r="375"/>
          <a:stretch>
            <a:fillRect/>
          </a:stretch>
        </p:blipFill>
        <p:spPr>
          <a:prstGeom prst="rect">
            <a:avLst/>
          </a:prstGeom>
        </p:spPr>
      </p:pic>
      <p:sp>
        <p:nvSpPr>
          <p:cNvPr id="99" name="Text Placeholder 98">
            <a:extLst>
              <a:ext uri="{FF2B5EF4-FFF2-40B4-BE49-F238E27FC236}">
                <a16:creationId xmlns:a16="http://schemas.microsoft.com/office/drawing/2014/main" id="{3A32E54C-621B-48BA-A803-164046E2AE65}"/>
              </a:ext>
            </a:extLst>
          </p:cNvPr>
          <p:cNvSpPr>
            <a:spLocks noGrp="1"/>
          </p:cNvSpPr>
          <p:nvPr>
            <p:ph type="body" sz="quarter" idx="23"/>
          </p:nvPr>
        </p:nvSpPr>
        <p:spPr>
          <a:xfrm>
            <a:off x="2134107" y="3175252"/>
            <a:ext cx="3008631" cy="348162"/>
          </a:xfrm>
        </p:spPr>
        <p:txBody>
          <a:bodyPr lIns="91440" tIns="45720" rIns="91440" bIns="45720" anchor="t"/>
          <a:lstStyle/>
          <a:p>
            <a:pPr marL="285750" indent="-285750">
              <a:buFont typeface="Calibri" panose="020B0604020202020204" pitchFamily="34" charset="0"/>
              <a:buChar char="-"/>
            </a:pPr>
            <a:r>
              <a:rPr lang="en-US">
                <a:ea typeface="+mj-lt"/>
                <a:cs typeface="+mj-lt"/>
              </a:rPr>
              <a:t>Correlate it to IPs or systems</a:t>
            </a:r>
            <a:endParaRPr lang="en-US"/>
          </a:p>
        </p:txBody>
      </p:sp>
      <p:pic>
        <p:nvPicPr>
          <p:cNvPr id="44" name="Picture Placeholder 43" descr="two people talking icon">
            <a:extLst>
              <a:ext uri="{FF2B5EF4-FFF2-40B4-BE49-F238E27FC236}">
                <a16:creationId xmlns:a16="http://schemas.microsoft.com/office/drawing/2014/main" id="{32FDE888-33A7-493E-A23F-0EAAB9E10952}"/>
              </a:ext>
            </a:extLst>
          </p:cNvPr>
          <p:cNvPicPr>
            <a:picLocks noGrp="1" noChangeAspect="1"/>
          </p:cNvPicPr>
          <p:nvPr>
            <p:ph type="pic" sz="quarter" idx="29"/>
          </p:nvPr>
        </p:nvPicPr>
        <p:blipFill>
          <a:blip r:embed="rId5"/>
          <a:srcRect t="131" b="131"/>
          <a:stretch>
            <a:fillRect/>
          </a:stretch>
        </p:blipFill>
        <p:spPr>
          <a:xfrm>
            <a:off x="7906631" y="4298696"/>
            <a:ext cx="603504" cy="603504"/>
          </a:xfrm>
          <a:prstGeom prst="rect">
            <a:avLst/>
          </a:prstGeom>
        </p:spPr>
      </p:pic>
      <p:sp>
        <p:nvSpPr>
          <p:cNvPr id="101" name="Text Placeholder 100">
            <a:extLst>
              <a:ext uri="{FF2B5EF4-FFF2-40B4-BE49-F238E27FC236}">
                <a16:creationId xmlns:a16="http://schemas.microsoft.com/office/drawing/2014/main" id="{9B8F2F1C-23A5-48F0-83ED-64D9A8A3E43E}"/>
              </a:ext>
            </a:extLst>
          </p:cNvPr>
          <p:cNvSpPr>
            <a:spLocks noGrp="1"/>
          </p:cNvSpPr>
          <p:nvPr>
            <p:ph type="body" sz="quarter" idx="25"/>
          </p:nvPr>
        </p:nvSpPr>
        <p:spPr>
          <a:xfrm>
            <a:off x="2680622" y="4113152"/>
            <a:ext cx="3008631" cy="348162"/>
          </a:xfrm>
        </p:spPr>
        <p:txBody>
          <a:bodyPr lIns="91440" tIns="45720" rIns="91440" bIns="45720" anchor="t"/>
          <a:lstStyle/>
          <a:p>
            <a:pPr marL="285750" indent="-285750">
              <a:buFont typeface="Calibri" panose="020B0604020202020204" pitchFamily="34" charset="0"/>
              <a:buChar char="-"/>
            </a:pPr>
            <a:r>
              <a:rPr lang="en-US">
                <a:ea typeface="+mj-lt"/>
                <a:cs typeface="+mj-lt"/>
              </a:rPr>
              <a:t>Prioritize domains for deeper investigation or threat hunting</a:t>
            </a:r>
            <a:endParaRPr lang="en-US"/>
          </a:p>
        </p:txBody>
      </p:sp>
      <p:sp>
        <p:nvSpPr>
          <p:cNvPr id="19" name="Footer Placeholder 18">
            <a:extLst>
              <a:ext uri="{FF2B5EF4-FFF2-40B4-BE49-F238E27FC236}">
                <a16:creationId xmlns:a16="http://schemas.microsoft.com/office/drawing/2014/main" id="{65EC8A42-193D-43A9-B162-8977ADBDB35A}"/>
              </a:ext>
            </a:extLst>
          </p:cNvPr>
          <p:cNvSpPr>
            <a:spLocks noGrp="1"/>
          </p:cNvSpPr>
          <p:nvPr>
            <p:ph type="ftr" sz="quarter" idx="3"/>
          </p:nvPr>
        </p:nvSpPr>
        <p:spPr>
          <a:xfrm rot="5400000">
            <a:off x="10541127" y="1408176"/>
            <a:ext cx="2770499" cy="365125"/>
          </a:xfrm>
        </p:spPr>
        <p:txBody>
          <a:bodyPr/>
          <a:lstStyle/>
          <a:p>
            <a:r>
              <a:rPr lang="en-US"/>
              <a:t>PRESENTATION TITLE</a:t>
            </a:r>
          </a:p>
        </p:txBody>
      </p:sp>
      <p:sp>
        <p:nvSpPr>
          <p:cNvPr id="20" name="Slide Number Placeholder 19">
            <a:extLst>
              <a:ext uri="{FF2B5EF4-FFF2-40B4-BE49-F238E27FC236}">
                <a16:creationId xmlns:a16="http://schemas.microsoft.com/office/drawing/2014/main" id="{3DD70FC9-BBF2-4AF1-9A64-0FB9216835C5}"/>
              </a:ext>
            </a:extLst>
          </p:cNvPr>
          <p:cNvSpPr>
            <a:spLocks noGrp="1"/>
          </p:cNvSpPr>
          <p:nvPr>
            <p:ph type="sldNum" sz="quarter" idx="4"/>
          </p:nvPr>
        </p:nvSpPr>
        <p:spPr>
          <a:xfrm>
            <a:off x="11519019" y="3164804"/>
            <a:ext cx="545911" cy="580029"/>
          </a:xfrm>
        </p:spPr>
        <p:txBody>
          <a:bodyPr/>
          <a:lstStyle/>
          <a:p>
            <a:fld id="{8D1FC6F8-0BCD-47E9-9C64-690771D9C143}" type="slidenum">
              <a:rPr lang="en-US" smtClean="0"/>
              <a:pPr/>
              <a:t>21</a:t>
            </a:fld>
            <a:endParaRPr lang="en-US"/>
          </a:p>
        </p:txBody>
      </p:sp>
      <p:sp>
        <p:nvSpPr>
          <p:cNvPr id="2" name="Text Placeholder 76">
            <a:extLst>
              <a:ext uri="{FF2B5EF4-FFF2-40B4-BE49-F238E27FC236}">
                <a16:creationId xmlns:a16="http://schemas.microsoft.com/office/drawing/2014/main" id="{92FDC44E-20CB-4210-8DA6-F83A46B39520}"/>
              </a:ext>
            </a:extLst>
          </p:cNvPr>
          <p:cNvSpPr>
            <a:spLocks noGrp="1"/>
          </p:cNvSpPr>
          <p:nvPr/>
        </p:nvSpPr>
        <p:spPr>
          <a:xfrm>
            <a:off x="4190069" y="2861988"/>
            <a:ext cx="3008630" cy="636682"/>
          </a:xfrm>
          <a:prstGeom prst="rect">
            <a:avLst/>
          </a:prstGeom>
        </p:spPr>
        <p:txBody>
          <a:bodyPr lIns="91440" tIns="45720" rIns="91440" bIns="45720" anchor="t"/>
          <a:lstStyle>
            <a:lvl1pPr marL="0" indent="0" algn="l" defTabSz="914400" rtl="0" eaLnBrk="1" latinLnBrk="0" hangingPunct="1">
              <a:lnSpc>
                <a:spcPct val="150000"/>
              </a:lnSpc>
              <a:spcBef>
                <a:spcPts val="0"/>
              </a:spcBef>
              <a:buFont typeface="Arial" panose="020B0604020202020204" pitchFamily="34" charset="0"/>
              <a:buNone/>
              <a:defRPr sz="1400" kern="1200" cap="none" spc="0" baseline="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ZA"/>
          </a:p>
        </p:txBody>
      </p:sp>
    </p:spTree>
    <p:extLst>
      <p:ext uri="{BB962C8B-B14F-4D97-AF65-F5344CB8AC3E}">
        <p14:creationId xmlns:p14="http://schemas.microsoft.com/office/powerpoint/2010/main" val="19688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EEEFBA2-D2C5-483D-A977-8998D1677BEF}"/>
              </a:ext>
            </a:extLst>
          </p:cNvPr>
          <p:cNvSpPr>
            <a:spLocks noGrp="1"/>
          </p:cNvSpPr>
          <p:nvPr>
            <p:ph type="title"/>
          </p:nvPr>
        </p:nvSpPr>
        <p:spPr>
          <a:xfrm>
            <a:off x="3786421" y="1979026"/>
            <a:ext cx="7849194" cy="2357066"/>
          </a:xfrm>
        </p:spPr>
        <p:txBody>
          <a:bodyPr lIns="91440" tIns="45720" rIns="91440" bIns="45720" anchor="t"/>
          <a:lstStyle/>
          <a:p>
            <a:r>
              <a:rPr lang="en-US" u="sng">
                <a:solidFill>
                  <a:srgbClr val="00B0F0"/>
                </a:solidFill>
              </a:rPr>
              <a:t>Analyzing FTP Log Files Using Splunk SIEM</a:t>
            </a:r>
            <a:endParaRPr lang="en-US" u="sng">
              <a:solidFill>
                <a:srgbClr val="0BE1FF"/>
              </a:solidFill>
            </a:endParaRPr>
          </a:p>
          <a:p>
            <a:endParaRPr lang="en-US" u="sng"/>
          </a:p>
        </p:txBody>
      </p:sp>
    </p:spTree>
    <p:extLst>
      <p:ext uri="{BB962C8B-B14F-4D97-AF65-F5344CB8AC3E}">
        <p14:creationId xmlns:p14="http://schemas.microsoft.com/office/powerpoint/2010/main" val="37164961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D06677-3D70-94CB-CFA4-FC99A2499D58}"/>
              </a:ext>
            </a:extLst>
          </p:cNvPr>
          <p:cNvSpPr>
            <a:spLocks noGrp="1"/>
          </p:cNvSpPr>
          <p:nvPr>
            <p:ph type="title"/>
          </p:nvPr>
        </p:nvSpPr>
        <p:spPr>
          <a:xfrm>
            <a:off x="556532" y="643467"/>
            <a:ext cx="11210925" cy="744836"/>
          </a:xfrm>
        </p:spPr>
        <p:txBody>
          <a:bodyPr vert="horz" lIns="91440" tIns="45720" rIns="91440" bIns="45720" rtlCol="0" anchor="ctr">
            <a:normAutofit/>
          </a:bodyPr>
          <a:lstStyle/>
          <a:p>
            <a:r>
              <a:rPr lang="en-US" sz="3200" u="sng" kern="1200">
                <a:solidFill>
                  <a:schemeClr val="bg1"/>
                </a:solidFill>
                <a:latin typeface="+mj-lt"/>
                <a:ea typeface="+mj-ea"/>
                <a:cs typeface="+mj-cs"/>
              </a:rPr>
              <a:t>Verifying upload</a:t>
            </a:r>
          </a:p>
        </p:txBody>
      </p:sp>
      <p:pic>
        <p:nvPicPr>
          <p:cNvPr id="3" name="Picture 2" descr="A screenshot of a program&#10;&#10;AI-generated content may be incorrect.">
            <a:extLst>
              <a:ext uri="{FF2B5EF4-FFF2-40B4-BE49-F238E27FC236}">
                <a16:creationId xmlns:a16="http://schemas.microsoft.com/office/drawing/2014/main" id="{AA4773F4-7A88-C801-B438-8A8E1206CB7D}"/>
              </a:ext>
            </a:extLst>
          </p:cNvPr>
          <p:cNvPicPr>
            <a:picLocks noChangeAspect="1"/>
          </p:cNvPicPr>
          <p:nvPr/>
        </p:nvPicPr>
        <p:blipFill>
          <a:blip r:embed="rId2"/>
          <a:stretch>
            <a:fillRect/>
          </a:stretch>
        </p:blipFill>
        <p:spPr>
          <a:xfrm>
            <a:off x="643467" y="1854889"/>
            <a:ext cx="10905066" cy="4034874"/>
          </a:xfrm>
          <a:prstGeom prst="rect">
            <a:avLst/>
          </a:prstGeom>
        </p:spPr>
      </p:pic>
    </p:spTree>
    <p:extLst>
      <p:ext uri="{BB962C8B-B14F-4D97-AF65-F5344CB8AC3E}">
        <p14:creationId xmlns:p14="http://schemas.microsoft.com/office/powerpoint/2010/main" val="14097943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6C649-ACD1-ED6C-CC5E-002814BDB426}"/>
              </a:ext>
            </a:extLst>
          </p:cNvPr>
          <p:cNvSpPr>
            <a:spLocks noGrp="1"/>
          </p:cNvSpPr>
          <p:nvPr>
            <p:ph type="title"/>
          </p:nvPr>
        </p:nvSpPr>
        <p:spPr>
          <a:xfrm>
            <a:off x="3657025" y="354384"/>
            <a:ext cx="8366779" cy="775558"/>
          </a:xfrm>
        </p:spPr>
        <p:txBody>
          <a:bodyPr lIns="91440" tIns="45720" rIns="91440" bIns="45720" anchor="t"/>
          <a:lstStyle/>
          <a:p>
            <a:r>
              <a:rPr lang="en-US" u="sng" dirty="0">
                <a:ea typeface="+mj-lt"/>
                <a:cs typeface="+mj-lt"/>
              </a:rPr>
              <a:t>GUI Field Extractor</a:t>
            </a:r>
            <a:endParaRPr lang="en-US" u="sng"/>
          </a:p>
        </p:txBody>
      </p:sp>
      <p:pic>
        <p:nvPicPr>
          <p:cNvPr id="3" name="Picture 2" descr="A screenshot of a computer&#10;&#10;AI-generated content may be incorrect.">
            <a:extLst>
              <a:ext uri="{FF2B5EF4-FFF2-40B4-BE49-F238E27FC236}">
                <a16:creationId xmlns:a16="http://schemas.microsoft.com/office/drawing/2014/main" id="{1C7E42B3-0A7F-5B95-8136-EEA442EB4C15}"/>
              </a:ext>
            </a:extLst>
          </p:cNvPr>
          <p:cNvPicPr>
            <a:picLocks noChangeAspect="1"/>
          </p:cNvPicPr>
          <p:nvPr/>
        </p:nvPicPr>
        <p:blipFill>
          <a:blip r:embed="rId2"/>
          <a:stretch>
            <a:fillRect/>
          </a:stretch>
        </p:blipFill>
        <p:spPr>
          <a:xfrm>
            <a:off x="0" y="1293482"/>
            <a:ext cx="12192000" cy="5076169"/>
          </a:xfrm>
          <a:prstGeom prst="rect">
            <a:avLst/>
          </a:prstGeom>
        </p:spPr>
      </p:pic>
    </p:spTree>
    <p:extLst>
      <p:ext uri="{BB962C8B-B14F-4D97-AF65-F5344CB8AC3E}">
        <p14:creationId xmlns:p14="http://schemas.microsoft.com/office/powerpoint/2010/main" val="33945596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79F8C-13B9-D1D5-2803-8D86C7B01418}"/>
              </a:ext>
            </a:extLst>
          </p:cNvPr>
          <p:cNvSpPr>
            <a:spLocks noGrp="1"/>
          </p:cNvSpPr>
          <p:nvPr>
            <p:ph type="title"/>
          </p:nvPr>
        </p:nvSpPr>
        <p:spPr>
          <a:xfrm>
            <a:off x="235214" y="455026"/>
            <a:ext cx="11702326" cy="703670"/>
          </a:xfrm>
        </p:spPr>
        <p:txBody>
          <a:bodyPr lIns="91440" tIns="45720" rIns="91440" bIns="45720" anchor="t"/>
          <a:lstStyle/>
          <a:p>
            <a:r>
              <a:rPr lang="en-US" u="sng" dirty="0">
                <a:ea typeface="+mj-lt"/>
                <a:cs typeface="+mj-lt"/>
              </a:rPr>
              <a:t>Highlighting each field in the sample event and name</a:t>
            </a:r>
            <a:endParaRPr lang="en-US" u="sng"/>
          </a:p>
        </p:txBody>
      </p:sp>
      <p:pic>
        <p:nvPicPr>
          <p:cNvPr id="3" name="Picture 2" descr="A screenshot of a computer program&#10;&#10;AI-generated content may be incorrect.">
            <a:extLst>
              <a:ext uri="{FF2B5EF4-FFF2-40B4-BE49-F238E27FC236}">
                <a16:creationId xmlns:a16="http://schemas.microsoft.com/office/drawing/2014/main" id="{B266E43B-7187-D002-4778-3F08B058FEB5}"/>
              </a:ext>
            </a:extLst>
          </p:cNvPr>
          <p:cNvPicPr>
            <a:picLocks noChangeAspect="1"/>
          </p:cNvPicPr>
          <p:nvPr/>
        </p:nvPicPr>
        <p:blipFill>
          <a:blip r:embed="rId2"/>
          <a:stretch>
            <a:fillRect/>
          </a:stretch>
        </p:blipFill>
        <p:spPr>
          <a:xfrm>
            <a:off x="0" y="2502236"/>
            <a:ext cx="12192000" cy="3147490"/>
          </a:xfrm>
          <a:prstGeom prst="rect">
            <a:avLst/>
          </a:prstGeom>
        </p:spPr>
      </p:pic>
    </p:spTree>
    <p:extLst>
      <p:ext uri="{BB962C8B-B14F-4D97-AF65-F5344CB8AC3E}">
        <p14:creationId xmlns:p14="http://schemas.microsoft.com/office/powerpoint/2010/main" val="27258989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BEBEA-503A-C5B9-98B4-9084C1F98726}"/>
              </a:ext>
            </a:extLst>
          </p:cNvPr>
          <p:cNvSpPr>
            <a:spLocks noGrp="1"/>
          </p:cNvSpPr>
          <p:nvPr>
            <p:ph type="title"/>
          </p:nvPr>
        </p:nvSpPr>
        <p:spPr>
          <a:xfrm>
            <a:off x="292724" y="167479"/>
            <a:ext cx="11601684" cy="948085"/>
          </a:xfrm>
        </p:spPr>
        <p:txBody>
          <a:bodyPr lIns="91440" tIns="45720" rIns="91440" bIns="45720" anchor="t"/>
          <a:lstStyle/>
          <a:p>
            <a:r>
              <a:rPr lang="en-US" sz="4000" u="sng" dirty="0">
                <a:ea typeface="+mj-lt"/>
                <a:cs typeface="+mj-lt"/>
              </a:rPr>
              <a:t>clean columns for each field.</a:t>
            </a:r>
            <a:endParaRPr lang="en-US" sz="4000" u="sng"/>
          </a:p>
        </p:txBody>
      </p:sp>
      <p:pic>
        <p:nvPicPr>
          <p:cNvPr id="3" name="Picture 2" descr="A screenshot of a computer&#10;&#10;AI-generated content may be incorrect.">
            <a:extLst>
              <a:ext uri="{FF2B5EF4-FFF2-40B4-BE49-F238E27FC236}">
                <a16:creationId xmlns:a16="http://schemas.microsoft.com/office/drawing/2014/main" id="{4F7918CF-B2B3-8824-F8A4-30EF50227781}"/>
              </a:ext>
            </a:extLst>
          </p:cNvPr>
          <p:cNvPicPr>
            <a:picLocks noChangeAspect="1"/>
          </p:cNvPicPr>
          <p:nvPr/>
        </p:nvPicPr>
        <p:blipFill>
          <a:blip r:embed="rId2"/>
          <a:stretch>
            <a:fillRect/>
          </a:stretch>
        </p:blipFill>
        <p:spPr>
          <a:xfrm>
            <a:off x="0" y="1449046"/>
            <a:ext cx="12192000" cy="4908814"/>
          </a:xfrm>
          <a:prstGeom prst="rect">
            <a:avLst/>
          </a:prstGeom>
        </p:spPr>
      </p:pic>
    </p:spTree>
    <p:extLst>
      <p:ext uri="{BB962C8B-B14F-4D97-AF65-F5344CB8AC3E}">
        <p14:creationId xmlns:p14="http://schemas.microsoft.com/office/powerpoint/2010/main" val="40963123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D579D-3BC2-AF91-8BEB-263B4E5AA644}"/>
              </a:ext>
            </a:extLst>
          </p:cNvPr>
          <p:cNvSpPr>
            <a:spLocks noGrp="1"/>
          </p:cNvSpPr>
          <p:nvPr>
            <p:ph type="title"/>
          </p:nvPr>
        </p:nvSpPr>
        <p:spPr>
          <a:xfrm>
            <a:off x="91441" y="253743"/>
            <a:ext cx="12018627" cy="1307519"/>
          </a:xfrm>
        </p:spPr>
        <p:txBody>
          <a:bodyPr lIns="91440" tIns="45720" rIns="91440" bIns="45720" anchor="t"/>
          <a:lstStyle/>
          <a:p>
            <a:r>
              <a:rPr lang="en-US" sz="4000" b="1" u="sng" dirty="0">
                <a:ea typeface="+mj-lt"/>
                <a:cs typeface="+mj-lt"/>
              </a:rPr>
              <a:t>Determine Frequency and Volume of File Transfers</a:t>
            </a:r>
            <a:endParaRPr lang="en-US" sz="4000" u="sng"/>
          </a:p>
        </p:txBody>
      </p:sp>
      <p:sp>
        <p:nvSpPr>
          <p:cNvPr id="5" name="TextBox 4">
            <a:extLst>
              <a:ext uri="{FF2B5EF4-FFF2-40B4-BE49-F238E27FC236}">
                <a16:creationId xmlns:a16="http://schemas.microsoft.com/office/drawing/2014/main" id="{BF8821EA-1672-BA67-33FD-C148E4EB605A}"/>
              </a:ext>
            </a:extLst>
          </p:cNvPr>
          <p:cNvSpPr txBox="1"/>
          <p:nvPr/>
        </p:nvSpPr>
        <p:spPr>
          <a:xfrm>
            <a:off x="4949732" y="1569092"/>
            <a:ext cx="676886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i="1" dirty="0">
                <a:solidFill>
                  <a:srgbClr val="00B0F0"/>
                </a:solidFill>
                <a:ea typeface="+mn-lt"/>
                <a:cs typeface="+mn-lt"/>
              </a:rPr>
              <a:t>-</a:t>
            </a:r>
            <a:r>
              <a:rPr lang="en-US" sz="3600" b="1" dirty="0">
                <a:solidFill>
                  <a:srgbClr val="00B0F0"/>
                </a:solidFill>
                <a:ea typeface="+mn-lt"/>
                <a:cs typeface="+mn-lt"/>
              </a:rPr>
              <a:t>Frequency of Uploads (</a:t>
            </a:r>
            <a:r>
              <a:rPr lang="en-US" sz="3600" b="1" dirty="0">
                <a:solidFill>
                  <a:srgbClr val="00B0F0"/>
                </a:solidFill>
                <a:latin typeface="Consolas"/>
              </a:rPr>
              <a:t>APPE</a:t>
            </a:r>
            <a:r>
              <a:rPr lang="en-US" sz="3600" b="1" dirty="0">
                <a:solidFill>
                  <a:srgbClr val="00B0F0"/>
                </a:solidFill>
                <a:ea typeface="+mn-lt"/>
                <a:cs typeface="+mn-lt"/>
              </a:rPr>
              <a:t>)</a:t>
            </a:r>
          </a:p>
          <a:p>
            <a:r>
              <a:rPr lang="en-US" sz="3600" b="1" dirty="0">
                <a:solidFill>
                  <a:srgbClr val="00B0F0"/>
                </a:solidFill>
              </a:rPr>
              <a:t>-</a:t>
            </a:r>
            <a:r>
              <a:rPr lang="en-US" sz="3600" b="1" dirty="0">
                <a:solidFill>
                  <a:srgbClr val="00B0F0"/>
                </a:solidFill>
                <a:ea typeface="+mn-lt"/>
                <a:cs typeface="+mn-lt"/>
              </a:rPr>
              <a:t>Count the number of file transfers</a:t>
            </a:r>
            <a:endParaRPr lang="en-US" sz="3600" b="1" dirty="0">
              <a:solidFill>
                <a:srgbClr val="00B0F0"/>
              </a:solidFill>
            </a:endParaRPr>
          </a:p>
        </p:txBody>
      </p:sp>
      <p:pic>
        <p:nvPicPr>
          <p:cNvPr id="6" name="Picture 5" descr="A black and grey horizontal lines&#10;&#10;AI-generated content may be incorrect.">
            <a:extLst>
              <a:ext uri="{FF2B5EF4-FFF2-40B4-BE49-F238E27FC236}">
                <a16:creationId xmlns:a16="http://schemas.microsoft.com/office/drawing/2014/main" id="{80980695-4204-54DA-9DCB-99B76E643CF1}"/>
              </a:ext>
            </a:extLst>
          </p:cNvPr>
          <p:cNvPicPr>
            <a:picLocks noChangeAspect="1"/>
          </p:cNvPicPr>
          <p:nvPr/>
        </p:nvPicPr>
        <p:blipFill>
          <a:blip r:embed="rId2"/>
          <a:stretch>
            <a:fillRect/>
          </a:stretch>
        </p:blipFill>
        <p:spPr>
          <a:xfrm>
            <a:off x="0" y="3272755"/>
            <a:ext cx="12192000" cy="2354075"/>
          </a:xfrm>
          <a:prstGeom prst="rect">
            <a:avLst/>
          </a:prstGeom>
        </p:spPr>
      </p:pic>
    </p:spTree>
    <p:extLst>
      <p:ext uri="{BB962C8B-B14F-4D97-AF65-F5344CB8AC3E}">
        <p14:creationId xmlns:p14="http://schemas.microsoft.com/office/powerpoint/2010/main" val="12062099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38E3D-2D73-E71B-C598-508F552C91D4}"/>
              </a:ext>
            </a:extLst>
          </p:cNvPr>
          <p:cNvSpPr>
            <a:spLocks noGrp="1"/>
          </p:cNvSpPr>
          <p:nvPr>
            <p:ph type="title"/>
          </p:nvPr>
        </p:nvSpPr>
        <p:spPr>
          <a:xfrm>
            <a:off x="321478" y="512535"/>
            <a:ext cx="11644817" cy="1192500"/>
          </a:xfrm>
        </p:spPr>
        <p:txBody>
          <a:bodyPr lIns="91440" tIns="45720" rIns="91440" bIns="45720" anchor="t"/>
          <a:lstStyle/>
          <a:p>
            <a:r>
              <a:rPr lang="en-US" b="1" u="sng" dirty="0"/>
              <a:t>Daily Upload Trends</a:t>
            </a:r>
            <a:endParaRPr lang="en-US" u="sng" dirty="0"/>
          </a:p>
          <a:p>
            <a:r>
              <a:rPr lang="en-US" u="sng" dirty="0">
                <a:ea typeface="+mj-lt"/>
                <a:cs typeface="+mj-lt"/>
              </a:rPr>
              <a:t>Track uploads over time:</a:t>
            </a:r>
            <a:endParaRPr lang="en-US" u="sng" dirty="0"/>
          </a:p>
          <a:p>
            <a:endParaRPr lang="en-US" u="sng" dirty="0"/>
          </a:p>
        </p:txBody>
      </p:sp>
      <p:pic>
        <p:nvPicPr>
          <p:cNvPr id="3" name="Picture 2" descr="A screenshot of a computer&#10;&#10;AI-generated content may be incorrect.">
            <a:extLst>
              <a:ext uri="{FF2B5EF4-FFF2-40B4-BE49-F238E27FC236}">
                <a16:creationId xmlns:a16="http://schemas.microsoft.com/office/drawing/2014/main" id="{426292F8-FC60-A2DE-F195-6C288C3AB374}"/>
              </a:ext>
            </a:extLst>
          </p:cNvPr>
          <p:cNvPicPr>
            <a:picLocks noChangeAspect="1"/>
          </p:cNvPicPr>
          <p:nvPr/>
        </p:nvPicPr>
        <p:blipFill>
          <a:blip r:embed="rId2"/>
          <a:stretch>
            <a:fillRect/>
          </a:stretch>
        </p:blipFill>
        <p:spPr>
          <a:xfrm>
            <a:off x="0" y="2741459"/>
            <a:ext cx="12192000" cy="2410251"/>
          </a:xfrm>
          <a:prstGeom prst="rect">
            <a:avLst/>
          </a:prstGeom>
        </p:spPr>
      </p:pic>
    </p:spTree>
    <p:extLst>
      <p:ext uri="{BB962C8B-B14F-4D97-AF65-F5344CB8AC3E}">
        <p14:creationId xmlns:p14="http://schemas.microsoft.com/office/powerpoint/2010/main" val="16137283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78A11-99A6-3F29-D269-7130B86D18B4}"/>
              </a:ext>
            </a:extLst>
          </p:cNvPr>
          <p:cNvSpPr>
            <a:spLocks noGrp="1"/>
          </p:cNvSpPr>
          <p:nvPr>
            <p:ph type="title"/>
          </p:nvPr>
        </p:nvSpPr>
        <p:spPr>
          <a:xfrm>
            <a:off x="5176" y="124347"/>
            <a:ext cx="12191156" cy="2040765"/>
          </a:xfrm>
        </p:spPr>
        <p:txBody>
          <a:bodyPr lIns="91440" tIns="45720" rIns="91440" bIns="45720" anchor="t"/>
          <a:lstStyle/>
          <a:p>
            <a:r>
              <a:rPr lang="en-US" b="1" u="sng" dirty="0"/>
              <a:t>Top Source IPs by Upload Count</a:t>
            </a:r>
            <a:endParaRPr lang="en-US" u="sng" dirty="0"/>
          </a:p>
          <a:p>
            <a:r>
              <a:rPr lang="en-US" u="sng" dirty="0">
                <a:ea typeface="+mj-lt"/>
                <a:cs typeface="+mj-lt"/>
              </a:rPr>
              <a:t>Identify most active uploader IP addresses:</a:t>
            </a:r>
            <a:endParaRPr lang="en-US" u="sng" dirty="0"/>
          </a:p>
          <a:p>
            <a:endParaRPr lang="en-US" u="sng" dirty="0"/>
          </a:p>
        </p:txBody>
      </p:sp>
      <p:pic>
        <p:nvPicPr>
          <p:cNvPr id="3" name="Picture 2" descr="A screenshot of a computer&#10;&#10;AI-generated content may be incorrect.">
            <a:extLst>
              <a:ext uri="{FF2B5EF4-FFF2-40B4-BE49-F238E27FC236}">
                <a16:creationId xmlns:a16="http://schemas.microsoft.com/office/drawing/2014/main" id="{E038CA2B-355B-6EEF-E986-17D43ABA06B7}"/>
              </a:ext>
            </a:extLst>
          </p:cNvPr>
          <p:cNvPicPr>
            <a:picLocks noChangeAspect="1"/>
          </p:cNvPicPr>
          <p:nvPr/>
        </p:nvPicPr>
        <p:blipFill>
          <a:blip r:embed="rId2"/>
          <a:stretch>
            <a:fillRect/>
          </a:stretch>
        </p:blipFill>
        <p:spPr>
          <a:xfrm>
            <a:off x="0" y="2821624"/>
            <a:ext cx="12192000" cy="2594978"/>
          </a:xfrm>
          <a:prstGeom prst="rect">
            <a:avLst/>
          </a:prstGeom>
        </p:spPr>
      </p:pic>
    </p:spTree>
    <p:extLst>
      <p:ext uri="{BB962C8B-B14F-4D97-AF65-F5344CB8AC3E}">
        <p14:creationId xmlns:p14="http://schemas.microsoft.com/office/powerpoint/2010/main" val="9355008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BAC4A-C941-3BC4-6AEB-0409CEB89276}"/>
              </a:ext>
            </a:extLst>
          </p:cNvPr>
          <p:cNvSpPr>
            <a:spLocks noGrp="1"/>
          </p:cNvSpPr>
          <p:nvPr>
            <p:ph type="title"/>
          </p:nvPr>
        </p:nvSpPr>
        <p:spPr>
          <a:xfrm>
            <a:off x="5176" y="-5050"/>
            <a:ext cx="12191157" cy="2644612"/>
          </a:xfrm>
        </p:spPr>
        <p:txBody>
          <a:bodyPr lIns="91440" tIns="45720" rIns="91440" bIns="45720" anchor="t"/>
          <a:lstStyle/>
          <a:p>
            <a:r>
              <a:rPr lang="en-US" b="1" u="sng" dirty="0"/>
              <a:t>Transfer Volume—Total Bytes by IP/User</a:t>
            </a:r>
            <a:endParaRPr lang="en-US" u="sng" dirty="0"/>
          </a:p>
          <a:p>
            <a:r>
              <a:rPr lang="en-US" u="sng" dirty="0">
                <a:ea typeface="+mj-lt"/>
                <a:cs typeface="+mj-lt"/>
              </a:rPr>
              <a:t>Sum and average bytes transferred:</a:t>
            </a:r>
            <a:endParaRPr lang="en-US" u="sng" dirty="0"/>
          </a:p>
          <a:p>
            <a:endParaRPr lang="en-US" u="sng" dirty="0"/>
          </a:p>
        </p:txBody>
      </p:sp>
      <p:pic>
        <p:nvPicPr>
          <p:cNvPr id="3" name="Picture 2" descr="A screenshot of a computer program&#10;&#10;AI-generated content may be incorrect.">
            <a:extLst>
              <a:ext uri="{FF2B5EF4-FFF2-40B4-BE49-F238E27FC236}">
                <a16:creationId xmlns:a16="http://schemas.microsoft.com/office/drawing/2014/main" id="{984C8F45-3AEF-27F9-EF7F-BFC7E4C7E58D}"/>
              </a:ext>
            </a:extLst>
          </p:cNvPr>
          <p:cNvPicPr>
            <a:picLocks noChangeAspect="1"/>
          </p:cNvPicPr>
          <p:nvPr/>
        </p:nvPicPr>
        <p:blipFill>
          <a:blip r:embed="rId2"/>
          <a:stretch>
            <a:fillRect/>
          </a:stretch>
        </p:blipFill>
        <p:spPr>
          <a:xfrm>
            <a:off x="0" y="3098247"/>
            <a:ext cx="12192000" cy="3076902"/>
          </a:xfrm>
          <a:prstGeom prst="rect">
            <a:avLst/>
          </a:prstGeom>
        </p:spPr>
      </p:pic>
    </p:spTree>
    <p:extLst>
      <p:ext uri="{BB962C8B-B14F-4D97-AF65-F5344CB8AC3E}">
        <p14:creationId xmlns:p14="http://schemas.microsoft.com/office/powerpoint/2010/main" val="34482567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44B00-A93D-7904-B2B0-0F7DB0AE927E}"/>
              </a:ext>
            </a:extLst>
          </p:cNvPr>
          <p:cNvSpPr>
            <a:spLocks noGrp="1"/>
          </p:cNvSpPr>
          <p:nvPr>
            <p:ph type="title"/>
          </p:nvPr>
        </p:nvSpPr>
        <p:spPr>
          <a:xfrm>
            <a:off x="5177" y="210611"/>
            <a:ext cx="12191155" cy="1321897"/>
          </a:xfrm>
        </p:spPr>
        <p:txBody>
          <a:bodyPr lIns="91440" tIns="45720" rIns="91440" bIns="45720" anchor="t"/>
          <a:lstStyle/>
          <a:p>
            <a:r>
              <a:rPr lang="en-US" b="1" u="sng" dirty="0"/>
              <a:t>File Type Analysis</a:t>
            </a:r>
            <a:endParaRPr lang="en-US" u="sng" dirty="0"/>
          </a:p>
          <a:p>
            <a:r>
              <a:rPr lang="en-US" u="sng" dirty="0">
                <a:ea typeface="+mj-lt"/>
                <a:cs typeface="+mj-lt"/>
              </a:rPr>
              <a:t>Extract file types from the URI</a:t>
            </a:r>
            <a:endParaRPr lang="en-US" u="sng" dirty="0"/>
          </a:p>
          <a:p>
            <a:endParaRPr lang="en-US" u="sng" dirty="0"/>
          </a:p>
        </p:txBody>
      </p:sp>
      <p:pic>
        <p:nvPicPr>
          <p:cNvPr id="3" name="Picture 2" descr="A screenshot of a computer&#10;&#10;AI-generated content may be incorrect.">
            <a:extLst>
              <a:ext uri="{FF2B5EF4-FFF2-40B4-BE49-F238E27FC236}">
                <a16:creationId xmlns:a16="http://schemas.microsoft.com/office/drawing/2014/main" id="{26D1C202-7E80-DA07-E1D5-80E36D178443}"/>
              </a:ext>
            </a:extLst>
          </p:cNvPr>
          <p:cNvPicPr>
            <a:picLocks noChangeAspect="1"/>
          </p:cNvPicPr>
          <p:nvPr/>
        </p:nvPicPr>
        <p:blipFill>
          <a:blip r:embed="rId2"/>
          <a:stretch>
            <a:fillRect/>
          </a:stretch>
        </p:blipFill>
        <p:spPr>
          <a:xfrm>
            <a:off x="0" y="1535548"/>
            <a:ext cx="12192000" cy="5109621"/>
          </a:xfrm>
          <a:prstGeom prst="rect">
            <a:avLst/>
          </a:prstGeom>
        </p:spPr>
      </p:pic>
    </p:spTree>
    <p:extLst>
      <p:ext uri="{BB962C8B-B14F-4D97-AF65-F5344CB8AC3E}">
        <p14:creationId xmlns:p14="http://schemas.microsoft.com/office/powerpoint/2010/main" val="37507229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8A8AF19-C2F6-A609-0962-B4401548FEDB}"/>
              </a:ext>
            </a:extLst>
          </p:cNvPr>
          <p:cNvSpPr>
            <a:spLocks noGrp="1"/>
          </p:cNvSpPr>
          <p:nvPr>
            <p:ph type="title"/>
          </p:nvPr>
        </p:nvSpPr>
        <p:spPr>
          <a:xfrm>
            <a:off x="556532" y="643467"/>
            <a:ext cx="11210925" cy="744836"/>
          </a:xfrm>
        </p:spPr>
        <p:txBody>
          <a:bodyPr vert="horz" lIns="91440" tIns="45720" rIns="91440" bIns="45720" rtlCol="0" anchor="ctr">
            <a:normAutofit/>
          </a:bodyPr>
          <a:lstStyle/>
          <a:p>
            <a:r>
              <a:rPr lang="en-US" sz="1500" b="1" u="sng" kern="1200">
                <a:solidFill>
                  <a:schemeClr val="bg1"/>
                </a:solidFill>
                <a:latin typeface="+mj-lt"/>
                <a:ea typeface="+mj-ea"/>
                <a:cs typeface="+mj-cs"/>
              </a:rPr>
              <a:t>Detecting Sudden Spikes or Drops in File Transfers</a:t>
            </a:r>
            <a:endParaRPr lang="en-US" sz="1500" u="sng" kern="1200">
              <a:solidFill>
                <a:schemeClr val="bg1"/>
              </a:solidFill>
              <a:latin typeface="+mj-lt"/>
              <a:ea typeface="+mj-ea"/>
              <a:cs typeface="+mj-cs"/>
            </a:endParaRPr>
          </a:p>
          <a:p>
            <a:r>
              <a:rPr lang="en-US" sz="1500" u="sng" kern="1200">
                <a:solidFill>
                  <a:schemeClr val="bg1"/>
                </a:solidFill>
                <a:latin typeface="+mj-lt"/>
                <a:ea typeface="+mj-ea"/>
                <a:cs typeface="+mj-cs"/>
              </a:rPr>
              <a:t>This help me analyze file uploads over time to detect spikes or drops:</a:t>
            </a:r>
          </a:p>
          <a:p>
            <a:endParaRPr lang="en-US" sz="1500" u="sng" kern="1200">
              <a:solidFill>
                <a:schemeClr val="bg1"/>
              </a:solidFill>
              <a:latin typeface="+mj-lt"/>
              <a:ea typeface="+mj-ea"/>
              <a:cs typeface="+mj-cs"/>
            </a:endParaRPr>
          </a:p>
        </p:txBody>
      </p:sp>
      <p:pic>
        <p:nvPicPr>
          <p:cNvPr id="3" name="Picture 2" descr="A screenshot of a computer&#10;&#10;AI-generated content may be incorrect.">
            <a:extLst>
              <a:ext uri="{FF2B5EF4-FFF2-40B4-BE49-F238E27FC236}">
                <a16:creationId xmlns:a16="http://schemas.microsoft.com/office/drawing/2014/main" id="{44447899-73BF-4685-E659-521D353A5106}"/>
              </a:ext>
            </a:extLst>
          </p:cNvPr>
          <p:cNvPicPr>
            <a:picLocks noChangeAspect="1"/>
          </p:cNvPicPr>
          <p:nvPr/>
        </p:nvPicPr>
        <p:blipFill>
          <a:blip r:embed="rId2"/>
          <a:stretch>
            <a:fillRect/>
          </a:stretch>
        </p:blipFill>
        <p:spPr>
          <a:xfrm>
            <a:off x="895765" y="1675227"/>
            <a:ext cx="10400469" cy="4394199"/>
          </a:xfrm>
          <a:prstGeom prst="rect">
            <a:avLst/>
          </a:prstGeom>
        </p:spPr>
      </p:pic>
      <p:sp>
        <p:nvSpPr>
          <p:cNvPr id="4" name="TextBox 3">
            <a:extLst>
              <a:ext uri="{FF2B5EF4-FFF2-40B4-BE49-F238E27FC236}">
                <a16:creationId xmlns:a16="http://schemas.microsoft.com/office/drawing/2014/main" id="{08158F05-0E46-B6FD-AA40-B275CF934685}"/>
              </a:ext>
            </a:extLst>
          </p:cNvPr>
          <p:cNvSpPr txBox="1"/>
          <p:nvPr/>
        </p:nvSpPr>
        <p:spPr>
          <a:xfrm>
            <a:off x="893372" y="5376579"/>
            <a:ext cx="7493793"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What This Does:</a:t>
            </a:r>
          </a:p>
          <a:p>
            <a:pPr marL="285750" indent="-285750">
              <a:buFont typeface="Arial"/>
              <a:buChar char="•"/>
            </a:pPr>
            <a:r>
              <a:rPr lang="en-US" err="1">
                <a:latin typeface="Consolas"/>
              </a:rPr>
              <a:t>timechart</a:t>
            </a:r>
            <a:r>
              <a:rPr lang="en-US" dirty="0">
                <a:ea typeface="+mn-lt"/>
                <a:cs typeface="+mn-lt"/>
              </a:rPr>
              <a:t> shows uploads hourly.</a:t>
            </a:r>
            <a:endParaRPr lang="en-US" dirty="0"/>
          </a:p>
          <a:p>
            <a:pPr marL="285750" indent="-285750">
              <a:buFont typeface="Arial"/>
              <a:buChar char="•"/>
            </a:pPr>
            <a:r>
              <a:rPr lang="en-US" dirty="0">
                <a:ea typeface="+mn-lt"/>
                <a:cs typeface="+mn-lt"/>
              </a:rPr>
              <a:t>Calculates average and standard deviation.</a:t>
            </a:r>
            <a:endParaRPr lang="en-US" dirty="0"/>
          </a:p>
          <a:p>
            <a:pPr marL="285750" indent="-285750">
              <a:buFont typeface="Arial"/>
              <a:buChar char="•"/>
            </a:pPr>
            <a:r>
              <a:rPr lang="en-US" dirty="0">
                <a:ea typeface="+mn-lt"/>
                <a:cs typeface="+mn-lt"/>
              </a:rPr>
              <a:t>Flags uploads that are statistically abnormal (above or below 2σ).</a:t>
            </a:r>
            <a:endParaRPr lang="en-US" dirty="0"/>
          </a:p>
          <a:p>
            <a:pPr algn="l"/>
            <a:endParaRPr lang="en-US" dirty="0"/>
          </a:p>
        </p:txBody>
      </p:sp>
    </p:spTree>
    <p:extLst>
      <p:ext uri="{BB962C8B-B14F-4D97-AF65-F5344CB8AC3E}">
        <p14:creationId xmlns:p14="http://schemas.microsoft.com/office/powerpoint/2010/main" val="4437449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D263CE9-C006-06C3-4201-B2CDDD951CF7}"/>
              </a:ext>
            </a:extLst>
          </p:cNvPr>
          <p:cNvSpPr>
            <a:spLocks noGrp="1"/>
          </p:cNvSpPr>
          <p:nvPr>
            <p:ph type="title"/>
          </p:nvPr>
        </p:nvSpPr>
        <p:spPr>
          <a:xfrm>
            <a:off x="556532" y="643467"/>
            <a:ext cx="11210925" cy="744836"/>
          </a:xfrm>
        </p:spPr>
        <p:txBody>
          <a:bodyPr vert="horz" lIns="91440" tIns="45720" rIns="91440" bIns="45720" rtlCol="0" anchor="ctr">
            <a:normAutofit/>
          </a:bodyPr>
          <a:lstStyle/>
          <a:p>
            <a:r>
              <a:rPr lang="en-US" sz="2200" u="sng" kern="1200">
                <a:solidFill>
                  <a:schemeClr val="bg1"/>
                </a:solidFill>
                <a:latin typeface="+mj-lt"/>
                <a:ea typeface="+mj-ea"/>
                <a:cs typeface="+mj-cs"/>
              </a:rPr>
              <a:t>Detect Transfers to or from Suspicious IP Addresses</a:t>
            </a:r>
          </a:p>
        </p:txBody>
      </p:sp>
      <p:pic>
        <p:nvPicPr>
          <p:cNvPr id="3" name="Picture 2" descr="A screenshot of a computer&#10;&#10;AI-generated content may be incorrect.">
            <a:extLst>
              <a:ext uri="{FF2B5EF4-FFF2-40B4-BE49-F238E27FC236}">
                <a16:creationId xmlns:a16="http://schemas.microsoft.com/office/drawing/2014/main" id="{731D2574-FC35-2485-F65F-6AE36F658C17}"/>
              </a:ext>
            </a:extLst>
          </p:cNvPr>
          <p:cNvPicPr>
            <a:picLocks noChangeAspect="1"/>
          </p:cNvPicPr>
          <p:nvPr/>
        </p:nvPicPr>
        <p:blipFill>
          <a:blip r:embed="rId2"/>
          <a:stretch>
            <a:fillRect/>
          </a:stretch>
        </p:blipFill>
        <p:spPr>
          <a:xfrm>
            <a:off x="643467" y="2454668"/>
            <a:ext cx="10905066" cy="2835316"/>
          </a:xfrm>
          <a:prstGeom prst="rect">
            <a:avLst/>
          </a:prstGeom>
        </p:spPr>
      </p:pic>
    </p:spTree>
    <p:extLst>
      <p:ext uri="{BB962C8B-B14F-4D97-AF65-F5344CB8AC3E}">
        <p14:creationId xmlns:p14="http://schemas.microsoft.com/office/powerpoint/2010/main" val="4403210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BE33B92-3EA7-3307-D5F5-80827E129EB7}"/>
              </a:ext>
            </a:extLst>
          </p:cNvPr>
          <p:cNvSpPr>
            <a:spLocks noGrp="1"/>
          </p:cNvSpPr>
          <p:nvPr>
            <p:ph type="title"/>
          </p:nvPr>
        </p:nvSpPr>
        <p:spPr>
          <a:xfrm>
            <a:off x="556532" y="643467"/>
            <a:ext cx="11210925" cy="744836"/>
          </a:xfrm>
        </p:spPr>
        <p:txBody>
          <a:bodyPr vert="horz" lIns="91440" tIns="45720" rIns="91440" bIns="45720" rtlCol="0" anchor="ctr">
            <a:normAutofit/>
          </a:bodyPr>
          <a:lstStyle/>
          <a:p>
            <a:r>
              <a:rPr lang="en-US" sz="1500" b="1" u="sng" kern="1200">
                <a:solidFill>
                  <a:schemeClr val="bg1"/>
                </a:solidFill>
                <a:latin typeface="+mj-lt"/>
                <a:ea typeface="+mj-ea"/>
                <a:cs typeface="+mj-cs"/>
              </a:rPr>
              <a:t>Statistical Outlier Detection Using outlier Command</a:t>
            </a:r>
            <a:endParaRPr lang="en-US" sz="1500" u="sng" kern="1200">
              <a:solidFill>
                <a:schemeClr val="bg1"/>
              </a:solidFill>
              <a:latin typeface="+mj-lt"/>
              <a:ea typeface="+mj-ea"/>
              <a:cs typeface="+mj-cs"/>
            </a:endParaRPr>
          </a:p>
          <a:p>
            <a:r>
              <a:rPr lang="en-US" sz="1500" u="sng" kern="1200">
                <a:solidFill>
                  <a:schemeClr val="bg1"/>
                </a:solidFill>
                <a:latin typeface="+mj-lt"/>
                <a:ea typeface="+mj-ea"/>
                <a:cs typeface="+mj-cs"/>
              </a:rPr>
              <a:t>This Splunk command helps flag unusual spikes in numeric time-series:</a:t>
            </a:r>
          </a:p>
          <a:p>
            <a:endParaRPr lang="en-US" sz="1500" u="sng" kern="1200">
              <a:solidFill>
                <a:schemeClr val="bg1"/>
              </a:solidFill>
              <a:latin typeface="+mj-lt"/>
              <a:ea typeface="+mj-ea"/>
              <a:cs typeface="+mj-cs"/>
            </a:endParaRPr>
          </a:p>
        </p:txBody>
      </p:sp>
      <p:pic>
        <p:nvPicPr>
          <p:cNvPr id="3" name="Picture 2" descr="A screenshot of a computer program&#10;&#10;AI-generated content may be incorrect.">
            <a:extLst>
              <a:ext uri="{FF2B5EF4-FFF2-40B4-BE49-F238E27FC236}">
                <a16:creationId xmlns:a16="http://schemas.microsoft.com/office/drawing/2014/main" id="{58ADC08B-26BD-9BA6-6DDA-BE9E205D12D6}"/>
              </a:ext>
            </a:extLst>
          </p:cNvPr>
          <p:cNvPicPr>
            <a:picLocks noChangeAspect="1"/>
          </p:cNvPicPr>
          <p:nvPr/>
        </p:nvPicPr>
        <p:blipFill>
          <a:blip r:embed="rId2"/>
          <a:stretch>
            <a:fillRect/>
          </a:stretch>
        </p:blipFill>
        <p:spPr>
          <a:xfrm>
            <a:off x="1293596" y="1675227"/>
            <a:ext cx="9604808" cy="4394199"/>
          </a:xfrm>
          <a:prstGeom prst="rect">
            <a:avLst/>
          </a:prstGeom>
        </p:spPr>
      </p:pic>
    </p:spTree>
    <p:extLst>
      <p:ext uri="{BB962C8B-B14F-4D97-AF65-F5344CB8AC3E}">
        <p14:creationId xmlns:p14="http://schemas.microsoft.com/office/powerpoint/2010/main" val="39652105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F5EC9C-862B-2A84-CACD-3258D4B1EC1C}"/>
              </a:ext>
            </a:extLst>
          </p:cNvPr>
          <p:cNvSpPr>
            <a:spLocks noGrp="1"/>
          </p:cNvSpPr>
          <p:nvPr>
            <p:ph type="title"/>
          </p:nvPr>
        </p:nvSpPr>
        <p:spPr>
          <a:xfrm>
            <a:off x="556532" y="643467"/>
            <a:ext cx="11210925" cy="744836"/>
          </a:xfrm>
        </p:spPr>
        <p:txBody>
          <a:bodyPr vert="horz" lIns="91440" tIns="45720" rIns="91440" bIns="45720" rtlCol="0" anchor="ctr">
            <a:normAutofit/>
          </a:bodyPr>
          <a:lstStyle/>
          <a:p>
            <a:r>
              <a:rPr lang="en-US" sz="2200" u="sng" kern="1200" dirty="0">
                <a:solidFill>
                  <a:schemeClr val="bg1"/>
                </a:solidFill>
                <a:latin typeface="+mj-lt"/>
                <a:ea typeface="+mj-ea"/>
                <a:cs typeface="+mj-cs"/>
              </a:rPr>
              <a:t>This will give </a:t>
            </a:r>
            <a:r>
              <a:rPr lang="en-US" sz="2200" u="sng" dirty="0">
                <a:solidFill>
                  <a:schemeClr val="bg1"/>
                </a:solidFill>
              </a:rPr>
              <a:t>me </a:t>
            </a:r>
            <a:r>
              <a:rPr lang="en-US" sz="2200" u="sng" kern="1200" dirty="0">
                <a:solidFill>
                  <a:schemeClr val="bg1"/>
                </a:solidFill>
                <a:latin typeface="+mj-lt"/>
                <a:ea typeface="+mj-ea"/>
                <a:cs typeface="+mj-cs"/>
              </a:rPr>
              <a:t>only those time buckets with anomalous upload volumes.</a:t>
            </a:r>
          </a:p>
        </p:txBody>
      </p:sp>
      <p:pic>
        <p:nvPicPr>
          <p:cNvPr id="3" name="Picture 2" descr="A screenshot of a computer&#10;&#10;AI-generated content may be incorrect.">
            <a:extLst>
              <a:ext uri="{FF2B5EF4-FFF2-40B4-BE49-F238E27FC236}">
                <a16:creationId xmlns:a16="http://schemas.microsoft.com/office/drawing/2014/main" id="{10E4467C-5E96-ADB8-3585-9952904AD68F}"/>
              </a:ext>
            </a:extLst>
          </p:cNvPr>
          <p:cNvPicPr>
            <a:picLocks noChangeAspect="1"/>
          </p:cNvPicPr>
          <p:nvPr/>
        </p:nvPicPr>
        <p:blipFill>
          <a:blip r:embed="rId2"/>
          <a:stretch>
            <a:fillRect/>
          </a:stretch>
        </p:blipFill>
        <p:spPr>
          <a:xfrm>
            <a:off x="986467" y="1675227"/>
            <a:ext cx="10219065" cy="4394199"/>
          </a:xfrm>
          <a:prstGeom prst="rect">
            <a:avLst/>
          </a:prstGeom>
        </p:spPr>
      </p:pic>
    </p:spTree>
    <p:extLst>
      <p:ext uri="{BB962C8B-B14F-4D97-AF65-F5344CB8AC3E}">
        <p14:creationId xmlns:p14="http://schemas.microsoft.com/office/powerpoint/2010/main" val="12254434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B39CC-82F8-130F-90DA-028AEB1F282B}"/>
              </a:ext>
            </a:extLst>
          </p:cNvPr>
          <p:cNvSpPr>
            <a:spLocks noGrp="1"/>
          </p:cNvSpPr>
          <p:nvPr>
            <p:ph type="title"/>
          </p:nvPr>
        </p:nvSpPr>
        <p:spPr>
          <a:xfrm>
            <a:off x="74723" y="196863"/>
            <a:ext cx="12026838" cy="687834"/>
          </a:xfrm>
        </p:spPr>
        <p:txBody>
          <a:bodyPr lIns="91440" tIns="45720" rIns="91440" bIns="45720" anchor="t"/>
          <a:lstStyle/>
          <a:p>
            <a:pPr algn="ctr"/>
            <a:r>
              <a:rPr lang="en-US" sz="4800" u="sng" dirty="0">
                <a:solidFill>
                  <a:srgbClr val="0BE1FF"/>
                </a:solidFill>
                <a:ea typeface="+mj-lt"/>
                <a:cs typeface="+mj-lt"/>
              </a:rPr>
              <a:t>Detecting Anomalies in FTP File Transfer Logs Using Splunk</a:t>
            </a:r>
            <a:endParaRPr lang="en-US" sz="4800" dirty="0">
              <a:solidFill>
                <a:srgbClr val="000000"/>
              </a:solidFill>
              <a:ea typeface="+mj-lt"/>
              <a:cs typeface="+mj-lt"/>
            </a:endParaRPr>
          </a:p>
          <a:p>
            <a:endParaRPr lang="en-US" dirty="0"/>
          </a:p>
        </p:txBody>
      </p:sp>
      <p:sp>
        <p:nvSpPr>
          <p:cNvPr id="3" name="Content Placeholder 2">
            <a:extLst>
              <a:ext uri="{FF2B5EF4-FFF2-40B4-BE49-F238E27FC236}">
                <a16:creationId xmlns:a16="http://schemas.microsoft.com/office/drawing/2014/main" id="{6433F726-315C-860F-4430-8CE7A538B40B}"/>
              </a:ext>
            </a:extLst>
          </p:cNvPr>
          <p:cNvSpPr>
            <a:spLocks noGrp="1"/>
          </p:cNvSpPr>
          <p:nvPr>
            <p:ph sz="quarter" idx="10"/>
          </p:nvPr>
        </p:nvSpPr>
        <p:spPr>
          <a:xfrm>
            <a:off x="693738" y="1732561"/>
            <a:ext cx="7654925" cy="4465039"/>
          </a:xfrm>
        </p:spPr>
        <p:txBody>
          <a:bodyPr lIns="91440" tIns="45720" rIns="91440" bIns="45720" anchor="t"/>
          <a:lstStyle/>
          <a:p>
            <a:r>
              <a:rPr lang="en-US" u="sng" dirty="0">
                <a:solidFill>
                  <a:schemeClr val="accent5"/>
                </a:solidFill>
              </a:rPr>
              <a:t>🎯 </a:t>
            </a:r>
            <a:r>
              <a:rPr lang="en-US" b="1" u="sng" dirty="0">
                <a:solidFill>
                  <a:schemeClr val="accent5"/>
                </a:solidFill>
              </a:rPr>
              <a:t>Project Objectives</a:t>
            </a:r>
            <a:endParaRPr lang="en-US" u="sng" dirty="0">
              <a:solidFill>
                <a:schemeClr val="accent5"/>
              </a:solidFill>
            </a:endParaRPr>
          </a:p>
          <a:p>
            <a:r>
              <a:rPr lang="en-US" b="1" dirty="0">
                <a:ea typeface="+mn-lt"/>
                <a:cs typeface="+mn-lt"/>
              </a:rPr>
              <a:t>Look for unusual patterns</a:t>
            </a:r>
            <a:r>
              <a:rPr lang="en-US" dirty="0">
                <a:ea typeface="+mn-lt"/>
                <a:cs typeface="+mn-lt"/>
              </a:rPr>
              <a:t> in file transfer activity.</a:t>
            </a:r>
            <a:endParaRPr lang="en-US" dirty="0"/>
          </a:p>
          <a:p>
            <a:r>
              <a:rPr lang="en-US" b="1" dirty="0">
                <a:ea typeface="+mn-lt"/>
                <a:cs typeface="+mn-lt"/>
              </a:rPr>
              <a:t>Analyze sudden spikes or drops</a:t>
            </a:r>
            <a:r>
              <a:rPr lang="en-US" dirty="0">
                <a:ea typeface="+mn-lt"/>
                <a:cs typeface="+mn-lt"/>
              </a:rPr>
              <a:t> in transfer volume using time-based analysis.</a:t>
            </a:r>
            <a:endParaRPr lang="en-US" dirty="0"/>
          </a:p>
          <a:p>
            <a:r>
              <a:rPr lang="en-US" b="1" dirty="0">
                <a:ea typeface="+mn-lt"/>
                <a:cs typeface="+mn-lt"/>
              </a:rPr>
              <a:t>Investigate file transfers to/from suspicious IP addresses</a:t>
            </a:r>
            <a:r>
              <a:rPr lang="en-US" dirty="0">
                <a:ea typeface="+mn-lt"/>
                <a:cs typeface="+mn-lt"/>
              </a:rPr>
              <a:t>.</a:t>
            </a:r>
            <a:endParaRPr lang="en-US" dirty="0"/>
          </a:p>
          <a:p>
            <a:r>
              <a:rPr lang="en-US" b="1" dirty="0">
                <a:ea typeface="+mn-lt"/>
                <a:cs typeface="+mn-lt"/>
              </a:rPr>
              <a:t>Apply statistical or machine learning techniques</a:t>
            </a:r>
            <a:r>
              <a:rPr lang="en-US" dirty="0">
                <a:ea typeface="+mn-lt"/>
                <a:cs typeface="+mn-lt"/>
              </a:rPr>
              <a:t> to detect anomalies.</a:t>
            </a:r>
            <a:endParaRPr lang="en-US" dirty="0"/>
          </a:p>
          <a:p>
            <a:endParaRPr lang="en-US" dirty="0"/>
          </a:p>
        </p:txBody>
      </p:sp>
      <p:sp>
        <p:nvSpPr>
          <p:cNvPr id="4" name="Footer Placeholder 3">
            <a:extLst>
              <a:ext uri="{FF2B5EF4-FFF2-40B4-BE49-F238E27FC236}">
                <a16:creationId xmlns:a16="http://schemas.microsoft.com/office/drawing/2014/main" id="{9CF7DCD8-61D4-8AB8-2B96-A371FBFF4BB0}"/>
              </a:ext>
            </a:extLst>
          </p:cNvPr>
          <p:cNvSpPr>
            <a:spLocks noGrp="1"/>
          </p:cNvSpPr>
          <p:nvPr>
            <p:ph type="ftr" sz="quarter" idx="3"/>
          </p:nvPr>
        </p:nvSpPr>
        <p:spPr/>
        <p:txBody>
          <a:bodyPr/>
          <a:lstStyle/>
          <a:p>
            <a:r>
              <a:rPr lang="en-US"/>
              <a:t>PRESENTATION TITLE</a:t>
            </a:r>
          </a:p>
        </p:txBody>
      </p:sp>
      <p:sp>
        <p:nvSpPr>
          <p:cNvPr id="5" name="Slide Number Placeholder 4">
            <a:extLst>
              <a:ext uri="{FF2B5EF4-FFF2-40B4-BE49-F238E27FC236}">
                <a16:creationId xmlns:a16="http://schemas.microsoft.com/office/drawing/2014/main" id="{7FBEA59C-0017-8DD7-188F-A331DA9AD5D4}"/>
              </a:ext>
            </a:extLst>
          </p:cNvPr>
          <p:cNvSpPr>
            <a:spLocks noGrp="1"/>
          </p:cNvSpPr>
          <p:nvPr>
            <p:ph type="sldNum" sz="quarter" idx="4"/>
          </p:nvPr>
        </p:nvSpPr>
        <p:spPr/>
        <p:txBody>
          <a:bodyPr/>
          <a:lstStyle/>
          <a:p>
            <a:pPr>
              <a:defRPr/>
            </a:pPr>
            <a:fld id="{8D1FC6F8-0BCD-47E9-9C64-690771D9C143}" type="slidenum">
              <a:rPr lang="en-US" smtClean="0"/>
              <a:pPr>
                <a:defRPr/>
              </a:pPr>
              <a:t>36</a:t>
            </a:fld>
            <a:endParaRPr lang="en-US"/>
          </a:p>
        </p:txBody>
      </p:sp>
    </p:spTree>
    <p:extLst>
      <p:ext uri="{BB962C8B-B14F-4D97-AF65-F5344CB8AC3E}">
        <p14:creationId xmlns:p14="http://schemas.microsoft.com/office/powerpoint/2010/main" val="36802738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9D1AC-8EB3-CE09-7FBD-9CAF7FB00571}"/>
              </a:ext>
            </a:extLst>
          </p:cNvPr>
          <p:cNvSpPr>
            <a:spLocks noGrp="1"/>
          </p:cNvSpPr>
          <p:nvPr>
            <p:ph type="title"/>
          </p:nvPr>
        </p:nvSpPr>
        <p:spPr>
          <a:xfrm>
            <a:off x="692949" y="527542"/>
            <a:ext cx="11494876" cy="1607984"/>
          </a:xfrm>
        </p:spPr>
        <p:txBody>
          <a:bodyPr lIns="91440" tIns="45720" rIns="91440" bIns="45720" anchor="t"/>
          <a:lstStyle/>
          <a:p>
            <a:r>
              <a:rPr lang="en-US" u="sng" dirty="0">
                <a:ea typeface="+mj-lt"/>
                <a:cs typeface="+mj-lt"/>
              </a:rPr>
              <a:t>Time-Based Anomaly Detection</a:t>
            </a:r>
            <a:r>
              <a:rPr lang="en-US" dirty="0">
                <a:ea typeface="+mj-lt"/>
                <a:cs typeface="+mj-lt"/>
              </a:rPr>
              <a:t>.</a:t>
            </a:r>
            <a:br>
              <a:rPr lang="en-US" dirty="0">
                <a:ea typeface="+mj-lt"/>
                <a:cs typeface="+mj-lt"/>
              </a:rPr>
            </a:br>
            <a:r>
              <a:rPr lang="en-US" b="1" u="sng" dirty="0">
                <a:ea typeface="+mj-lt"/>
                <a:cs typeface="+mj-lt"/>
              </a:rPr>
              <a:t>Purpose</a:t>
            </a:r>
            <a:r>
              <a:rPr lang="en-US" b="1" dirty="0">
                <a:ea typeface="+mj-lt"/>
                <a:cs typeface="+mj-lt"/>
              </a:rPr>
              <a:t>:</a:t>
            </a:r>
            <a:r>
              <a:rPr lang="en-US" dirty="0">
                <a:ea typeface="+mj-lt"/>
                <a:cs typeface="+mj-lt"/>
              </a:rPr>
              <a:t> Flag time ranges where transfer activity deviated from normal behavior.</a:t>
            </a:r>
            <a:endParaRPr lang="en-US" dirty="0"/>
          </a:p>
        </p:txBody>
      </p:sp>
      <p:pic>
        <p:nvPicPr>
          <p:cNvPr id="6" name="Content Placeholder 5">
            <a:extLst>
              <a:ext uri="{FF2B5EF4-FFF2-40B4-BE49-F238E27FC236}">
                <a16:creationId xmlns:a16="http://schemas.microsoft.com/office/drawing/2014/main" id="{A9449F02-D06C-6561-AF25-35F6E3210EC0}"/>
              </a:ext>
            </a:extLst>
          </p:cNvPr>
          <p:cNvPicPr>
            <a:picLocks noGrp="1" noChangeAspect="1"/>
          </p:cNvPicPr>
          <p:nvPr>
            <p:ph sz="quarter" idx="10"/>
          </p:nvPr>
        </p:nvPicPr>
        <p:blipFill>
          <a:blip r:embed="rId2"/>
          <a:stretch>
            <a:fillRect/>
          </a:stretch>
        </p:blipFill>
        <p:spPr>
          <a:xfrm>
            <a:off x="693738" y="2428018"/>
            <a:ext cx="7654925" cy="3677974"/>
          </a:xfrm>
        </p:spPr>
      </p:pic>
      <p:sp>
        <p:nvSpPr>
          <p:cNvPr id="4" name="Footer Placeholder 3">
            <a:extLst>
              <a:ext uri="{FF2B5EF4-FFF2-40B4-BE49-F238E27FC236}">
                <a16:creationId xmlns:a16="http://schemas.microsoft.com/office/drawing/2014/main" id="{9606278A-9FED-587A-C685-9102A03E3325}"/>
              </a:ext>
            </a:extLst>
          </p:cNvPr>
          <p:cNvSpPr>
            <a:spLocks noGrp="1"/>
          </p:cNvSpPr>
          <p:nvPr>
            <p:ph type="ftr" sz="quarter" idx="3"/>
          </p:nvPr>
        </p:nvSpPr>
        <p:spPr/>
        <p:txBody>
          <a:bodyPr/>
          <a:lstStyle/>
          <a:p>
            <a:r>
              <a:rPr lang="en-US"/>
              <a:t>PRESENTATION TITLE</a:t>
            </a:r>
          </a:p>
        </p:txBody>
      </p:sp>
      <p:sp>
        <p:nvSpPr>
          <p:cNvPr id="5" name="Slide Number Placeholder 4">
            <a:extLst>
              <a:ext uri="{FF2B5EF4-FFF2-40B4-BE49-F238E27FC236}">
                <a16:creationId xmlns:a16="http://schemas.microsoft.com/office/drawing/2014/main" id="{EB285833-2243-D3A2-6D1B-145210F8D7A7}"/>
              </a:ext>
            </a:extLst>
          </p:cNvPr>
          <p:cNvSpPr>
            <a:spLocks noGrp="1"/>
          </p:cNvSpPr>
          <p:nvPr>
            <p:ph type="sldNum" sz="quarter" idx="4"/>
          </p:nvPr>
        </p:nvSpPr>
        <p:spPr/>
        <p:txBody>
          <a:bodyPr/>
          <a:lstStyle/>
          <a:p>
            <a:pPr>
              <a:defRPr/>
            </a:pPr>
            <a:fld id="{8D1FC6F8-0BCD-47E9-9C64-690771D9C143}" type="slidenum">
              <a:rPr lang="en-US" smtClean="0"/>
              <a:pPr>
                <a:defRPr/>
              </a:pPr>
              <a:t>37</a:t>
            </a:fld>
            <a:endParaRPr lang="en-US"/>
          </a:p>
        </p:txBody>
      </p:sp>
    </p:spTree>
    <p:extLst>
      <p:ext uri="{BB962C8B-B14F-4D97-AF65-F5344CB8AC3E}">
        <p14:creationId xmlns:p14="http://schemas.microsoft.com/office/powerpoint/2010/main" val="35412151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0D7B6173-1D58-48E2-83CF-37350F315F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35D813D1-BA6B-40B4-A101-04BB894455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0" name="Picture 29">
            <a:extLst>
              <a:ext uri="{FF2B5EF4-FFF2-40B4-BE49-F238E27FC236}">
                <a16:creationId xmlns:a16="http://schemas.microsoft.com/office/drawing/2014/main" id="{B0DAC8FB-A162-44E3-A606-C855A03A5B0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8952" cy="6862380"/>
          </a:xfrm>
          <a:prstGeom prst="rect">
            <a:avLst/>
          </a:prstGeom>
        </p:spPr>
      </p:pic>
      <p:sp>
        <p:nvSpPr>
          <p:cNvPr id="31" name="Rectangle 30">
            <a:extLst>
              <a:ext uri="{FF2B5EF4-FFF2-40B4-BE49-F238E27FC236}">
                <a16:creationId xmlns:a16="http://schemas.microsoft.com/office/drawing/2014/main" id="{21BDEC81-16A7-4451-B893-C15000083B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AEA3DFA5-2D7B-4989-8ED7-8321EC114C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6678" y="0"/>
            <a:ext cx="11145980" cy="6870723"/>
          </a:xfrm>
          <a:prstGeom prst="rect">
            <a:avLst/>
          </a:prstGeom>
          <a:solidFill>
            <a:schemeClr val="bg1"/>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
        <p:nvSpPr>
          <p:cNvPr id="2" name="Title 1">
            <a:extLst>
              <a:ext uri="{FF2B5EF4-FFF2-40B4-BE49-F238E27FC236}">
                <a16:creationId xmlns:a16="http://schemas.microsoft.com/office/drawing/2014/main" id="{91B9DEB0-2C27-75C7-4A28-7D0F30C1A839}"/>
              </a:ext>
            </a:extLst>
          </p:cNvPr>
          <p:cNvSpPr>
            <a:spLocks noGrp="1"/>
          </p:cNvSpPr>
          <p:nvPr>
            <p:ph type="title"/>
          </p:nvPr>
        </p:nvSpPr>
        <p:spPr>
          <a:xfrm>
            <a:off x="1191966" y="900622"/>
            <a:ext cx="3629555" cy="1893524"/>
          </a:xfrm>
        </p:spPr>
        <p:txBody>
          <a:bodyPr vert="horz" lIns="91440" tIns="45720" rIns="91440" bIns="45720" rtlCol="0" anchor="b">
            <a:normAutofit/>
          </a:bodyPr>
          <a:lstStyle/>
          <a:p>
            <a:r>
              <a:rPr lang="en-US" sz="4100">
                <a:solidFill>
                  <a:schemeClr val="tx1"/>
                </a:solidFill>
              </a:rPr>
              <a:t>Detect Anomalies</a:t>
            </a:r>
          </a:p>
          <a:p>
            <a:endParaRPr lang="en-US" sz="4100">
              <a:solidFill>
                <a:schemeClr val="tx1"/>
              </a:solidFill>
            </a:endParaRPr>
          </a:p>
        </p:txBody>
      </p:sp>
      <p:pic>
        <p:nvPicPr>
          <p:cNvPr id="7" name="Picture 6" descr="A screenshot of a computer program&#10;&#10;AI-generated content may be incorrect.">
            <a:extLst>
              <a:ext uri="{FF2B5EF4-FFF2-40B4-BE49-F238E27FC236}">
                <a16:creationId xmlns:a16="http://schemas.microsoft.com/office/drawing/2014/main" id="{22D2C722-B6A4-A364-5494-4ABAA56B1F3C}"/>
              </a:ext>
            </a:extLst>
          </p:cNvPr>
          <p:cNvPicPr>
            <a:picLocks noChangeAspect="1"/>
          </p:cNvPicPr>
          <p:nvPr/>
        </p:nvPicPr>
        <p:blipFill>
          <a:blip r:embed="rId3"/>
          <a:stretch>
            <a:fillRect/>
          </a:stretch>
        </p:blipFill>
        <p:spPr>
          <a:xfrm>
            <a:off x="5186548" y="538740"/>
            <a:ext cx="6320441" cy="2812596"/>
          </a:xfrm>
          <a:prstGeom prst="rect">
            <a:avLst/>
          </a:prstGeom>
        </p:spPr>
      </p:pic>
      <p:sp>
        <p:nvSpPr>
          <p:cNvPr id="5" name="Slide Number Placeholder 4">
            <a:extLst>
              <a:ext uri="{FF2B5EF4-FFF2-40B4-BE49-F238E27FC236}">
                <a16:creationId xmlns:a16="http://schemas.microsoft.com/office/drawing/2014/main" id="{AE4ECF04-BBA5-B86F-0E4B-5BFE6445C9FD}"/>
              </a:ext>
            </a:extLst>
          </p:cNvPr>
          <p:cNvSpPr>
            <a:spLocks noGrp="1"/>
          </p:cNvSpPr>
          <p:nvPr>
            <p:ph type="sldNum" sz="quarter" idx="4"/>
          </p:nvPr>
        </p:nvSpPr>
        <p:spPr>
          <a:xfrm>
            <a:off x="11722608" y="18288"/>
            <a:ext cx="475488" cy="475488"/>
          </a:xfrm>
        </p:spPr>
        <p:txBody>
          <a:bodyPr vert="horz" lIns="91440" tIns="45720" rIns="91440" bIns="45720" rtlCol="0" anchor="ctr">
            <a:normAutofit/>
          </a:bodyPr>
          <a:lstStyle/>
          <a:p>
            <a:pPr algn="ctr">
              <a:spcAft>
                <a:spcPts val="600"/>
              </a:spcAft>
              <a:defRPr/>
            </a:pPr>
            <a:fld id="{8D1FC6F8-0BCD-47E9-9C64-690771D9C143}" type="slidenum">
              <a:rPr lang="en-US" sz="900">
                <a:solidFill>
                  <a:schemeClr val="tx1">
                    <a:alpha val="70000"/>
                  </a:schemeClr>
                </a:solidFill>
              </a:rPr>
              <a:pPr algn="ctr">
                <a:spcAft>
                  <a:spcPts val="600"/>
                </a:spcAft>
                <a:defRPr/>
              </a:pPr>
              <a:t>38</a:t>
            </a:fld>
            <a:endParaRPr lang="en-US" sz="900">
              <a:solidFill>
                <a:schemeClr val="tx1">
                  <a:alpha val="70000"/>
                </a:schemeClr>
              </a:solidFill>
            </a:endParaRPr>
          </a:p>
        </p:txBody>
      </p:sp>
      <p:pic>
        <p:nvPicPr>
          <p:cNvPr id="6" name="Content Placeholder 5" descr="A screenshot of a computer&#10;&#10;AI-generated content may be incorrect.">
            <a:extLst>
              <a:ext uri="{FF2B5EF4-FFF2-40B4-BE49-F238E27FC236}">
                <a16:creationId xmlns:a16="http://schemas.microsoft.com/office/drawing/2014/main" id="{198ED5B8-B37B-08C6-4B5F-ED9297EAA745}"/>
              </a:ext>
            </a:extLst>
          </p:cNvPr>
          <p:cNvPicPr>
            <a:picLocks noChangeAspect="1"/>
          </p:cNvPicPr>
          <p:nvPr/>
        </p:nvPicPr>
        <p:blipFill>
          <a:blip r:embed="rId4"/>
          <a:stretch>
            <a:fillRect/>
          </a:stretch>
        </p:blipFill>
        <p:spPr>
          <a:xfrm>
            <a:off x="5189717" y="3498320"/>
            <a:ext cx="6320441" cy="2370164"/>
          </a:xfrm>
          <a:prstGeom prst="rect">
            <a:avLst/>
          </a:prstGeom>
        </p:spPr>
      </p:pic>
      <p:sp>
        <p:nvSpPr>
          <p:cNvPr id="4" name="Footer Placeholder 3">
            <a:extLst>
              <a:ext uri="{FF2B5EF4-FFF2-40B4-BE49-F238E27FC236}">
                <a16:creationId xmlns:a16="http://schemas.microsoft.com/office/drawing/2014/main" id="{1B684F7A-D8C2-67E5-813D-9998B083AAD2}"/>
              </a:ext>
            </a:extLst>
          </p:cNvPr>
          <p:cNvSpPr>
            <a:spLocks noGrp="1"/>
          </p:cNvSpPr>
          <p:nvPr>
            <p:ph type="ftr" sz="quarter" idx="3"/>
          </p:nvPr>
        </p:nvSpPr>
        <p:spPr>
          <a:xfrm rot="5400000">
            <a:off x="10269029" y="3246438"/>
            <a:ext cx="3474720" cy="365125"/>
          </a:xfrm>
        </p:spPr>
        <p:txBody>
          <a:bodyPr vert="horz" lIns="91440" tIns="45720" rIns="91440" bIns="45720" rtlCol="0" anchor="ctr">
            <a:normAutofit/>
          </a:bodyPr>
          <a:lstStyle/>
          <a:p>
            <a:pPr algn="ctr">
              <a:spcAft>
                <a:spcPts val="600"/>
              </a:spcAft>
            </a:pPr>
            <a:r>
              <a:rPr lang="en-US" kern="1200">
                <a:solidFill>
                  <a:schemeClr val="tx1">
                    <a:alpha val="70000"/>
                  </a:schemeClr>
                </a:solidFill>
                <a:latin typeface="+mn-lt"/>
                <a:ea typeface="+mn-ea"/>
                <a:cs typeface="+mn-cs"/>
              </a:rPr>
              <a:t>PRESENTATION TITLE</a:t>
            </a:r>
          </a:p>
        </p:txBody>
      </p:sp>
    </p:spTree>
    <p:extLst>
      <p:ext uri="{BB962C8B-B14F-4D97-AF65-F5344CB8AC3E}">
        <p14:creationId xmlns:p14="http://schemas.microsoft.com/office/powerpoint/2010/main" val="36746561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22BDE4A-8A20-4A69-9C5A-581C82036A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670874-9CD2-10AF-F7C4-E8DAEAF7F1D7}"/>
              </a:ext>
            </a:extLst>
          </p:cNvPr>
          <p:cNvSpPr>
            <a:spLocks noGrp="1"/>
          </p:cNvSpPr>
          <p:nvPr>
            <p:ph type="title"/>
          </p:nvPr>
        </p:nvSpPr>
        <p:spPr>
          <a:xfrm>
            <a:off x="1001684" y="170412"/>
            <a:ext cx="10178934" cy="1328730"/>
          </a:xfrm>
        </p:spPr>
        <p:txBody>
          <a:bodyPr vert="horz" lIns="91440" tIns="45720" rIns="91440" bIns="45720" rtlCol="0" anchor="b">
            <a:normAutofit/>
          </a:bodyPr>
          <a:lstStyle/>
          <a:p>
            <a:pPr marL="285750" indent="-285750" algn="ctr"/>
            <a:r>
              <a:rPr lang="en-US" sz="2100" kern="1200" dirty="0">
                <a:solidFill>
                  <a:schemeClr val="tx1"/>
                </a:solidFill>
                <a:latin typeface="+mj-lt"/>
                <a:ea typeface="+mj-ea"/>
                <a:cs typeface="+mj-cs"/>
              </a:rPr>
              <a:t>Look for unusual patterns in file transfer activity.</a:t>
            </a:r>
          </a:p>
          <a:p>
            <a:pPr marL="285750" indent="-285750" algn="ctr"/>
            <a:r>
              <a:rPr lang="en-US" sz="2100" kern="1200" dirty="0">
                <a:solidFill>
                  <a:schemeClr val="tx1"/>
                </a:solidFill>
                <a:latin typeface="+mj-lt"/>
                <a:ea typeface="+mj-ea"/>
                <a:cs typeface="+mj-cs"/>
              </a:rPr>
              <a:t>Analyze sudden spikes or drops in file transfer volume.</a:t>
            </a:r>
            <a:r>
              <a:rPr lang="en-US" sz="2100" dirty="0">
                <a:solidFill>
                  <a:schemeClr val="tx1"/>
                </a:solidFill>
              </a:rPr>
              <a:t> Then setup my dashboard</a:t>
            </a:r>
            <a:endParaRPr lang="en-US" sz="2100" kern="1200" dirty="0">
              <a:solidFill>
                <a:schemeClr val="tx1"/>
              </a:solidFill>
              <a:latin typeface="+mj-lt"/>
            </a:endParaRPr>
          </a:p>
          <a:p>
            <a:pPr algn="ctr"/>
            <a:endParaRPr lang="en-US" sz="2100" kern="1200">
              <a:solidFill>
                <a:schemeClr val="tx1"/>
              </a:solidFill>
              <a:latin typeface="+mj-lt"/>
              <a:ea typeface="+mj-ea"/>
              <a:cs typeface="+mj-cs"/>
            </a:endParaRPr>
          </a:p>
        </p:txBody>
      </p:sp>
      <p:pic>
        <p:nvPicPr>
          <p:cNvPr id="6" name="Content Placeholder 5" descr="A screenshot of a computer&#10;&#10;AI-generated content may be incorrect.">
            <a:extLst>
              <a:ext uri="{FF2B5EF4-FFF2-40B4-BE49-F238E27FC236}">
                <a16:creationId xmlns:a16="http://schemas.microsoft.com/office/drawing/2014/main" id="{297B8265-54E4-BCB1-7654-8117005F446D}"/>
              </a:ext>
            </a:extLst>
          </p:cNvPr>
          <p:cNvPicPr>
            <a:picLocks noGrp="1" noChangeAspect="1"/>
          </p:cNvPicPr>
          <p:nvPr>
            <p:ph sz="quarter" idx="10"/>
          </p:nvPr>
        </p:nvPicPr>
        <p:blipFill>
          <a:blip r:embed="rId2"/>
          <a:srcRect l="801" r="-3" b="-3"/>
          <a:stretch>
            <a:fillRect/>
          </a:stretch>
        </p:blipFill>
        <p:spPr>
          <a:xfrm>
            <a:off x="198741" y="2410448"/>
            <a:ext cx="5803323" cy="3890357"/>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90B1C7F9-FE48-0A26-1E6C-B8986BEEEC84}"/>
              </a:ext>
            </a:extLst>
          </p:cNvPr>
          <p:cNvPicPr>
            <a:picLocks noChangeAspect="1"/>
          </p:cNvPicPr>
          <p:nvPr/>
        </p:nvPicPr>
        <p:blipFill>
          <a:blip r:embed="rId3"/>
          <a:srcRect t="11152" r="-2" b="15582"/>
          <a:stretch>
            <a:fillRect/>
          </a:stretch>
        </p:blipFill>
        <p:spPr>
          <a:xfrm>
            <a:off x="6189934" y="2410448"/>
            <a:ext cx="5803323" cy="3890357"/>
          </a:xfrm>
          <a:prstGeom prst="rect">
            <a:avLst/>
          </a:prstGeom>
        </p:spPr>
      </p:pic>
      <p:sp>
        <p:nvSpPr>
          <p:cNvPr id="4" name="Footer Placeholder 3">
            <a:extLst>
              <a:ext uri="{FF2B5EF4-FFF2-40B4-BE49-F238E27FC236}">
                <a16:creationId xmlns:a16="http://schemas.microsoft.com/office/drawing/2014/main" id="{C18CECC5-F8B1-5DEA-87B8-EBDD6C36D7A1}"/>
              </a:ext>
            </a:extLst>
          </p:cNvPr>
          <p:cNvSpPr>
            <a:spLocks noGrp="1"/>
          </p:cNvSpPr>
          <p:nvPr>
            <p:ph type="ftr" sz="quarter" idx="3"/>
          </p:nvPr>
        </p:nvSpPr>
        <p:spPr>
          <a:xfrm>
            <a:off x="4038600" y="6356350"/>
            <a:ext cx="4114800" cy="365125"/>
          </a:xfrm>
        </p:spPr>
        <p:txBody>
          <a:bodyPr vert="horz" lIns="91440" tIns="45720" rIns="91440" bIns="45720" rtlCol="0" anchor="ctr">
            <a:normAutofit/>
          </a:bodyPr>
          <a:lstStyle/>
          <a:p>
            <a:pPr algn="ctr">
              <a:spcAft>
                <a:spcPts val="600"/>
              </a:spcAft>
            </a:pPr>
            <a:r>
              <a:rPr lang="en-US" sz="1200" kern="1200">
                <a:solidFill>
                  <a:schemeClr val="tx1">
                    <a:tint val="75000"/>
                  </a:schemeClr>
                </a:solidFill>
                <a:latin typeface="+mn-lt"/>
                <a:ea typeface="+mn-ea"/>
                <a:cs typeface="+mn-cs"/>
              </a:rPr>
              <a:t>PRESENTATION TITLE</a:t>
            </a:r>
          </a:p>
        </p:txBody>
      </p:sp>
      <p:sp>
        <p:nvSpPr>
          <p:cNvPr id="5" name="Slide Number Placeholder 4">
            <a:extLst>
              <a:ext uri="{FF2B5EF4-FFF2-40B4-BE49-F238E27FC236}">
                <a16:creationId xmlns:a16="http://schemas.microsoft.com/office/drawing/2014/main" id="{D88A5964-6643-B573-B1C3-49BED76982A1}"/>
              </a:ext>
            </a:extLst>
          </p:cNvPr>
          <p:cNvSpPr>
            <a:spLocks noGrp="1"/>
          </p:cNvSpPr>
          <p:nvPr>
            <p:ph type="sldNum" sz="quarter" idx="4"/>
          </p:nvPr>
        </p:nvSpPr>
        <p:spPr>
          <a:xfrm>
            <a:off x="8610600" y="6356350"/>
            <a:ext cx="2743200" cy="365125"/>
          </a:xfrm>
        </p:spPr>
        <p:txBody>
          <a:bodyPr vert="horz" lIns="91440" tIns="45720" rIns="91440" bIns="45720" rtlCol="0" anchor="ctr">
            <a:normAutofit/>
          </a:bodyPr>
          <a:lstStyle/>
          <a:p>
            <a:pPr>
              <a:spcAft>
                <a:spcPts val="600"/>
              </a:spcAft>
              <a:defRPr/>
            </a:pPr>
            <a:fld id="{8D1FC6F8-0BCD-47E9-9C64-690771D9C143}" type="slidenum">
              <a:rPr lang="en-US" sz="1200" smtClean="0">
                <a:solidFill>
                  <a:schemeClr val="tx1">
                    <a:tint val="75000"/>
                  </a:schemeClr>
                </a:solidFill>
              </a:rPr>
              <a:pPr>
                <a:spcAft>
                  <a:spcPts val="600"/>
                </a:spcAft>
                <a:defRPr/>
              </a:pPr>
              <a:t>39</a:t>
            </a:fld>
            <a:endParaRPr lang="en-US" sz="1200">
              <a:solidFill>
                <a:schemeClr val="tx1">
                  <a:tint val="75000"/>
                </a:schemeClr>
              </a:solidFill>
            </a:endParaRPr>
          </a:p>
        </p:txBody>
      </p:sp>
    </p:spTree>
    <p:extLst>
      <p:ext uri="{BB962C8B-B14F-4D97-AF65-F5344CB8AC3E}">
        <p14:creationId xmlns:p14="http://schemas.microsoft.com/office/powerpoint/2010/main" val="23376091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8761DDFE-071F-4200-B0AA-394476C2D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24B97A-1FC2-6272-2907-CFFEAB4A479B}"/>
              </a:ext>
            </a:extLst>
          </p:cNvPr>
          <p:cNvSpPr>
            <a:spLocks noGrp="1"/>
          </p:cNvSpPr>
          <p:nvPr>
            <p:ph type="title"/>
          </p:nvPr>
        </p:nvSpPr>
        <p:spPr>
          <a:xfrm>
            <a:off x="838198" y="547815"/>
            <a:ext cx="10529938" cy="1680519"/>
          </a:xfrm>
        </p:spPr>
        <p:txBody>
          <a:bodyPr vert="horz" lIns="91440" tIns="45720" rIns="91440" bIns="45720" rtlCol="0" anchor="ctr">
            <a:normAutofit/>
          </a:bodyPr>
          <a:lstStyle/>
          <a:p>
            <a:pPr marL="285750" indent="-285750"/>
            <a:r>
              <a:rPr lang="en-US" sz="1900" b="1" u="sng" dirty="0">
                <a:solidFill>
                  <a:schemeClr val="tx1"/>
                </a:solidFill>
              </a:rPr>
              <a:t>Investigate file transfers to or from suspicious IP addresses.</a:t>
            </a:r>
          </a:p>
          <a:p>
            <a:pPr marL="285750" indent="-285750"/>
            <a:r>
              <a:rPr lang="en-US" sz="1900" b="1" u="sng" dirty="0">
                <a:solidFill>
                  <a:schemeClr val="tx1"/>
                </a:solidFill>
              </a:rPr>
              <a:t>Use statistical analysis or machine learning models to detect anomalies.</a:t>
            </a:r>
          </a:p>
          <a:p>
            <a:endParaRPr lang="en-US" sz="1900" b="1" u="sng">
              <a:solidFill>
                <a:schemeClr val="tx1"/>
              </a:solidFill>
            </a:endParaRPr>
          </a:p>
        </p:txBody>
      </p:sp>
      <p:pic>
        <p:nvPicPr>
          <p:cNvPr id="6" name="Content Placeholder 5" descr="A screenshot of a computer&#10;&#10;AI-generated content may be incorrect.">
            <a:extLst>
              <a:ext uri="{FF2B5EF4-FFF2-40B4-BE49-F238E27FC236}">
                <a16:creationId xmlns:a16="http://schemas.microsoft.com/office/drawing/2014/main" id="{635966AA-240C-A423-6A6B-450DF3A7DC87}"/>
              </a:ext>
            </a:extLst>
          </p:cNvPr>
          <p:cNvPicPr>
            <a:picLocks noChangeAspect="1"/>
          </p:cNvPicPr>
          <p:nvPr/>
        </p:nvPicPr>
        <p:blipFill>
          <a:blip r:embed="rId2"/>
          <a:stretch>
            <a:fillRect/>
          </a:stretch>
        </p:blipFill>
        <p:spPr>
          <a:xfrm>
            <a:off x="1313185" y="2421924"/>
            <a:ext cx="4217211" cy="3711146"/>
          </a:xfrm>
          <a:prstGeom prst="rect">
            <a:avLst/>
          </a:prstGeom>
        </p:spPr>
      </p:pic>
      <p:pic>
        <p:nvPicPr>
          <p:cNvPr id="3" name="Picture 2" descr="A screenshot of a computer&#10;&#10;AI-generated content may be incorrect.">
            <a:extLst>
              <a:ext uri="{FF2B5EF4-FFF2-40B4-BE49-F238E27FC236}">
                <a16:creationId xmlns:a16="http://schemas.microsoft.com/office/drawing/2014/main" id="{19578F00-D804-BFC9-D27A-7885F4788978}"/>
              </a:ext>
            </a:extLst>
          </p:cNvPr>
          <p:cNvPicPr>
            <a:picLocks noChangeAspect="1"/>
          </p:cNvPicPr>
          <p:nvPr/>
        </p:nvPicPr>
        <p:blipFill>
          <a:blip r:embed="rId3"/>
          <a:stretch>
            <a:fillRect/>
          </a:stretch>
        </p:blipFill>
        <p:spPr>
          <a:xfrm>
            <a:off x="6198394" y="3076127"/>
            <a:ext cx="5167185" cy="2402740"/>
          </a:xfrm>
          <a:prstGeom prst="rect">
            <a:avLst/>
          </a:prstGeom>
        </p:spPr>
      </p:pic>
      <p:sp>
        <p:nvSpPr>
          <p:cNvPr id="4" name="Footer Placeholder 3">
            <a:extLst>
              <a:ext uri="{FF2B5EF4-FFF2-40B4-BE49-F238E27FC236}">
                <a16:creationId xmlns:a16="http://schemas.microsoft.com/office/drawing/2014/main" id="{849B20CF-BB17-4640-3AFC-C9D945944337}"/>
              </a:ext>
            </a:extLst>
          </p:cNvPr>
          <p:cNvSpPr>
            <a:spLocks noGrp="1"/>
          </p:cNvSpPr>
          <p:nvPr>
            <p:ph type="ftr" sz="quarter" idx="3"/>
          </p:nvPr>
        </p:nvSpPr>
        <p:spPr>
          <a:xfrm>
            <a:off x="4038600" y="6356350"/>
            <a:ext cx="4114800" cy="365125"/>
          </a:xfrm>
        </p:spPr>
        <p:txBody>
          <a:bodyPr vert="horz" lIns="91440" tIns="45720" rIns="91440" bIns="45720" rtlCol="0" anchor="ctr">
            <a:normAutofit/>
          </a:bodyPr>
          <a:lstStyle/>
          <a:p>
            <a:pPr algn="ctr">
              <a:spcAft>
                <a:spcPts val="600"/>
              </a:spcAft>
            </a:pPr>
            <a:r>
              <a:rPr lang="en-US" sz="1200" kern="1200">
                <a:solidFill>
                  <a:schemeClr val="tx1">
                    <a:tint val="75000"/>
                  </a:schemeClr>
                </a:solidFill>
                <a:latin typeface="+mn-lt"/>
                <a:ea typeface="+mn-ea"/>
                <a:cs typeface="+mn-cs"/>
              </a:rPr>
              <a:t>PRESENTATION TITLE</a:t>
            </a:r>
          </a:p>
        </p:txBody>
      </p:sp>
      <p:sp>
        <p:nvSpPr>
          <p:cNvPr id="5" name="Slide Number Placeholder 4">
            <a:extLst>
              <a:ext uri="{FF2B5EF4-FFF2-40B4-BE49-F238E27FC236}">
                <a16:creationId xmlns:a16="http://schemas.microsoft.com/office/drawing/2014/main" id="{287C2512-C486-C0C9-4E14-6A871C97078A}"/>
              </a:ext>
            </a:extLst>
          </p:cNvPr>
          <p:cNvSpPr>
            <a:spLocks noGrp="1"/>
          </p:cNvSpPr>
          <p:nvPr>
            <p:ph type="sldNum" sz="quarter" idx="4"/>
          </p:nvPr>
        </p:nvSpPr>
        <p:spPr>
          <a:xfrm>
            <a:off x="8610600" y="6356350"/>
            <a:ext cx="2743200" cy="365125"/>
          </a:xfrm>
        </p:spPr>
        <p:txBody>
          <a:bodyPr vert="horz" lIns="91440" tIns="45720" rIns="91440" bIns="45720" rtlCol="0" anchor="ctr">
            <a:normAutofit/>
          </a:bodyPr>
          <a:lstStyle/>
          <a:p>
            <a:pPr>
              <a:spcAft>
                <a:spcPts val="600"/>
              </a:spcAft>
              <a:defRPr/>
            </a:pPr>
            <a:fld id="{8D1FC6F8-0BCD-47E9-9C64-690771D9C143}" type="slidenum">
              <a:rPr lang="en-US" sz="1200" smtClean="0">
                <a:solidFill>
                  <a:schemeClr val="tx1">
                    <a:tint val="75000"/>
                  </a:schemeClr>
                </a:solidFill>
              </a:rPr>
              <a:pPr>
                <a:spcAft>
                  <a:spcPts val="600"/>
                </a:spcAft>
                <a:defRPr/>
              </a:pPr>
              <a:t>40</a:t>
            </a:fld>
            <a:endParaRPr lang="en-US" sz="1200">
              <a:solidFill>
                <a:schemeClr val="tx1">
                  <a:tint val="75000"/>
                </a:schemeClr>
              </a:solidFill>
            </a:endParaRPr>
          </a:p>
        </p:txBody>
      </p:sp>
    </p:spTree>
    <p:extLst>
      <p:ext uri="{BB962C8B-B14F-4D97-AF65-F5344CB8AC3E}">
        <p14:creationId xmlns:p14="http://schemas.microsoft.com/office/powerpoint/2010/main" val="30100685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53B475F8-50AE-46A0-9943-B2B63183D5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A4836FC-7012-5495-7B80-AEFFEC2F68C1}"/>
              </a:ext>
            </a:extLst>
          </p:cNvPr>
          <p:cNvSpPr>
            <a:spLocks noGrp="1"/>
          </p:cNvSpPr>
          <p:nvPr>
            <p:ph type="title"/>
          </p:nvPr>
        </p:nvSpPr>
        <p:spPr>
          <a:xfrm>
            <a:off x="612648" y="365125"/>
            <a:ext cx="6986015" cy="1776484"/>
          </a:xfrm>
        </p:spPr>
        <p:txBody>
          <a:bodyPr vert="horz" lIns="91440" tIns="45720" rIns="91440" bIns="45720" rtlCol="0" anchor="b">
            <a:normAutofit/>
          </a:bodyPr>
          <a:lstStyle/>
          <a:p>
            <a:r>
              <a:rPr lang="en-US" sz="3800" u="sng">
                <a:solidFill>
                  <a:schemeClr val="tx1"/>
                </a:solidFill>
              </a:rPr>
              <a:t>Monitor User Behavior – Goal Breakdown</a:t>
            </a:r>
          </a:p>
        </p:txBody>
      </p:sp>
      <p:pic>
        <p:nvPicPr>
          <p:cNvPr id="8" name="Picture 7" descr="A screenshot of a computer&#10;&#10;AI-generated content may be incorrect.">
            <a:extLst>
              <a:ext uri="{FF2B5EF4-FFF2-40B4-BE49-F238E27FC236}">
                <a16:creationId xmlns:a16="http://schemas.microsoft.com/office/drawing/2014/main" id="{1545E1D4-9FBA-15C0-B774-04C9E9CB6A82}"/>
              </a:ext>
            </a:extLst>
          </p:cNvPr>
          <p:cNvPicPr>
            <a:picLocks noChangeAspect="1"/>
          </p:cNvPicPr>
          <p:nvPr/>
        </p:nvPicPr>
        <p:blipFill>
          <a:blip r:embed="rId2"/>
          <a:stretch>
            <a:fillRect/>
          </a:stretch>
        </p:blipFill>
        <p:spPr>
          <a:xfrm>
            <a:off x="8379409" y="747936"/>
            <a:ext cx="3532036" cy="918329"/>
          </a:xfrm>
          <a:prstGeom prst="rect">
            <a:avLst/>
          </a:prstGeom>
        </p:spPr>
      </p:pic>
      <p:sp>
        <p:nvSpPr>
          <p:cNvPr id="39" name="sketch line">
            <a:extLst>
              <a:ext uri="{FF2B5EF4-FFF2-40B4-BE49-F238E27FC236}">
                <a16:creationId xmlns:a16="http://schemas.microsoft.com/office/drawing/2014/main" id="{75F6FDB4-2351-48C2-A863-2364A02343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2315691"/>
            <a:ext cx="4343400" cy="18288"/>
          </a:xfrm>
          <a:custGeom>
            <a:avLst/>
            <a:gdLst>
              <a:gd name="connsiteX0" fmla="*/ 0 w 4343400"/>
              <a:gd name="connsiteY0" fmla="*/ 0 h 18288"/>
              <a:gd name="connsiteX1" fmla="*/ 577052 w 4343400"/>
              <a:gd name="connsiteY1" fmla="*/ 0 h 18288"/>
              <a:gd name="connsiteX2" fmla="*/ 1067235 w 4343400"/>
              <a:gd name="connsiteY2" fmla="*/ 0 h 18288"/>
              <a:gd name="connsiteX3" fmla="*/ 1600853 w 4343400"/>
              <a:gd name="connsiteY3" fmla="*/ 0 h 18288"/>
              <a:gd name="connsiteX4" fmla="*/ 2264773 w 4343400"/>
              <a:gd name="connsiteY4" fmla="*/ 0 h 18288"/>
              <a:gd name="connsiteX5" fmla="*/ 2841825 w 4343400"/>
              <a:gd name="connsiteY5" fmla="*/ 0 h 18288"/>
              <a:gd name="connsiteX6" fmla="*/ 3375442 w 4343400"/>
              <a:gd name="connsiteY6" fmla="*/ 0 h 18288"/>
              <a:gd name="connsiteX7" fmla="*/ 4343400 w 4343400"/>
              <a:gd name="connsiteY7" fmla="*/ 0 h 18288"/>
              <a:gd name="connsiteX8" fmla="*/ 4343400 w 4343400"/>
              <a:gd name="connsiteY8" fmla="*/ 18288 h 18288"/>
              <a:gd name="connsiteX9" fmla="*/ 3722914 w 4343400"/>
              <a:gd name="connsiteY9" fmla="*/ 18288 h 18288"/>
              <a:gd name="connsiteX10" fmla="*/ 3189297 w 4343400"/>
              <a:gd name="connsiteY10" fmla="*/ 18288 h 18288"/>
              <a:gd name="connsiteX11" fmla="*/ 2481943 w 4343400"/>
              <a:gd name="connsiteY11" fmla="*/ 18288 h 18288"/>
              <a:gd name="connsiteX12" fmla="*/ 1904891 w 4343400"/>
              <a:gd name="connsiteY12" fmla="*/ 18288 h 18288"/>
              <a:gd name="connsiteX13" fmla="*/ 1414707 w 4343400"/>
              <a:gd name="connsiteY13" fmla="*/ 18288 h 18288"/>
              <a:gd name="connsiteX14" fmla="*/ 750788 w 4343400"/>
              <a:gd name="connsiteY14" fmla="*/ 18288 h 18288"/>
              <a:gd name="connsiteX15" fmla="*/ 0 w 4343400"/>
              <a:gd name="connsiteY15" fmla="*/ 18288 h 18288"/>
              <a:gd name="connsiteX16" fmla="*/ 0 w 434340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343400" h="18288" fill="none" extrusionOk="0">
                <a:moveTo>
                  <a:pt x="0" y="0"/>
                </a:moveTo>
                <a:cubicBezTo>
                  <a:pt x="233209" y="-19550"/>
                  <a:pt x="330816" y="19068"/>
                  <a:pt x="577052" y="0"/>
                </a:cubicBezTo>
                <a:cubicBezTo>
                  <a:pt x="823288" y="-19068"/>
                  <a:pt x="875077" y="10360"/>
                  <a:pt x="1067235" y="0"/>
                </a:cubicBezTo>
                <a:cubicBezTo>
                  <a:pt x="1259393" y="-10360"/>
                  <a:pt x="1410699" y="2939"/>
                  <a:pt x="1600853" y="0"/>
                </a:cubicBezTo>
                <a:cubicBezTo>
                  <a:pt x="1791007" y="-2939"/>
                  <a:pt x="2101644" y="-26225"/>
                  <a:pt x="2264773" y="0"/>
                </a:cubicBezTo>
                <a:cubicBezTo>
                  <a:pt x="2427902" y="26225"/>
                  <a:pt x="2690426" y="-27726"/>
                  <a:pt x="2841825" y="0"/>
                </a:cubicBezTo>
                <a:cubicBezTo>
                  <a:pt x="2993224" y="27726"/>
                  <a:pt x="3172320" y="-18569"/>
                  <a:pt x="3375442" y="0"/>
                </a:cubicBezTo>
                <a:cubicBezTo>
                  <a:pt x="3578564" y="18569"/>
                  <a:pt x="4003119" y="21909"/>
                  <a:pt x="4343400" y="0"/>
                </a:cubicBezTo>
                <a:cubicBezTo>
                  <a:pt x="4343798" y="7429"/>
                  <a:pt x="4343380" y="10822"/>
                  <a:pt x="4343400" y="18288"/>
                </a:cubicBezTo>
                <a:cubicBezTo>
                  <a:pt x="4109047" y="14709"/>
                  <a:pt x="3996986" y="7919"/>
                  <a:pt x="3722914" y="18288"/>
                </a:cubicBezTo>
                <a:cubicBezTo>
                  <a:pt x="3448842" y="28657"/>
                  <a:pt x="3340973" y="29252"/>
                  <a:pt x="3189297" y="18288"/>
                </a:cubicBezTo>
                <a:cubicBezTo>
                  <a:pt x="3037621" y="7324"/>
                  <a:pt x="2636891" y="-9539"/>
                  <a:pt x="2481943" y="18288"/>
                </a:cubicBezTo>
                <a:cubicBezTo>
                  <a:pt x="2326995" y="46115"/>
                  <a:pt x="2131632" y="740"/>
                  <a:pt x="1904891" y="18288"/>
                </a:cubicBezTo>
                <a:cubicBezTo>
                  <a:pt x="1678150" y="35836"/>
                  <a:pt x="1575362" y="-3381"/>
                  <a:pt x="1414707" y="18288"/>
                </a:cubicBezTo>
                <a:cubicBezTo>
                  <a:pt x="1254052" y="39957"/>
                  <a:pt x="1051093" y="-335"/>
                  <a:pt x="750788" y="18288"/>
                </a:cubicBezTo>
                <a:cubicBezTo>
                  <a:pt x="450483" y="36911"/>
                  <a:pt x="293781" y="22900"/>
                  <a:pt x="0" y="18288"/>
                </a:cubicBezTo>
                <a:cubicBezTo>
                  <a:pt x="-591" y="13205"/>
                  <a:pt x="-663" y="6329"/>
                  <a:pt x="0" y="0"/>
                </a:cubicBezTo>
                <a:close/>
              </a:path>
              <a:path w="4343400" h="18288" stroke="0" extrusionOk="0">
                <a:moveTo>
                  <a:pt x="0" y="0"/>
                </a:moveTo>
                <a:cubicBezTo>
                  <a:pt x="212719" y="-28531"/>
                  <a:pt x="340561" y="-1164"/>
                  <a:pt x="577052" y="0"/>
                </a:cubicBezTo>
                <a:cubicBezTo>
                  <a:pt x="813543" y="1164"/>
                  <a:pt x="866967" y="-9376"/>
                  <a:pt x="1067235" y="0"/>
                </a:cubicBezTo>
                <a:cubicBezTo>
                  <a:pt x="1267503" y="9376"/>
                  <a:pt x="1485778" y="-20470"/>
                  <a:pt x="1774589" y="0"/>
                </a:cubicBezTo>
                <a:cubicBezTo>
                  <a:pt x="2063400" y="20470"/>
                  <a:pt x="2090152" y="-14502"/>
                  <a:pt x="2351641" y="0"/>
                </a:cubicBezTo>
                <a:cubicBezTo>
                  <a:pt x="2613130" y="14502"/>
                  <a:pt x="2802864" y="19125"/>
                  <a:pt x="2928693" y="0"/>
                </a:cubicBezTo>
                <a:cubicBezTo>
                  <a:pt x="3054522" y="-19125"/>
                  <a:pt x="3482611" y="-2038"/>
                  <a:pt x="3636046" y="0"/>
                </a:cubicBezTo>
                <a:cubicBezTo>
                  <a:pt x="3789481" y="2038"/>
                  <a:pt x="4012363" y="973"/>
                  <a:pt x="4343400" y="0"/>
                </a:cubicBezTo>
                <a:cubicBezTo>
                  <a:pt x="4342514" y="5429"/>
                  <a:pt x="4344221" y="14046"/>
                  <a:pt x="4343400" y="18288"/>
                </a:cubicBezTo>
                <a:cubicBezTo>
                  <a:pt x="4078870" y="-6138"/>
                  <a:pt x="4015967" y="29658"/>
                  <a:pt x="3809782" y="18288"/>
                </a:cubicBezTo>
                <a:cubicBezTo>
                  <a:pt x="3603597" y="6918"/>
                  <a:pt x="3495552" y="24439"/>
                  <a:pt x="3189297" y="18288"/>
                </a:cubicBezTo>
                <a:cubicBezTo>
                  <a:pt x="2883042" y="12137"/>
                  <a:pt x="2850610" y="32583"/>
                  <a:pt x="2568811" y="18288"/>
                </a:cubicBezTo>
                <a:cubicBezTo>
                  <a:pt x="2287012" y="3993"/>
                  <a:pt x="2279820" y="23580"/>
                  <a:pt x="1991759" y="18288"/>
                </a:cubicBezTo>
                <a:cubicBezTo>
                  <a:pt x="1703698" y="12996"/>
                  <a:pt x="1616455" y="23157"/>
                  <a:pt x="1284405" y="18288"/>
                </a:cubicBezTo>
                <a:cubicBezTo>
                  <a:pt x="952355" y="13419"/>
                  <a:pt x="783530" y="16053"/>
                  <a:pt x="577052" y="18288"/>
                </a:cubicBezTo>
                <a:cubicBezTo>
                  <a:pt x="370574" y="20523"/>
                  <a:pt x="173929" y="5195"/>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A7E3A3A-3E22-42AB-34E7-78E019617C39}"/>
              </a:ext>
            </a:extLst>
          </p:cNvPr>
          <p:cNvSpPr>
            <a:spLocks noGrp="1"/>
          </p:cNvSpPr>
          <p:nvPr>
            <p:ph sz="quarter" idx="10"/>
          </p:nvPr>
        </p:nvSpPr>
        <p:spPr>
          <a:xfrm>
            <a:off x="612648" y="2504819"/>
            <a:ext cx="6986016" cy="3672144"/>
          </a:xfrm>
        </p:spPr>
        <p:txBody>
          <a:bodyPr vert="horz" lIns="91440" tIns="45720" rIns="91440" bIns="45720" rtlCol="0">
            <a:normAutofit/>
          </a:bodyPr>
          <a:lstStyle/>
          <a:p>
            <a:pPr marL="0"/>
            <a:r>
              <a:rPr lang="en-US" sz="2200">
                <a:solidFill>
                  <a:schemeClr val="tx1"/>
                </a:solidFill>
              </a:rPr>
              <a:t>Monitor user behavior during file transfers.</a:t>
            </a:r>
          </a:p>
          <a:p>
            <a:r>
              <a:rPr lang="en-US" sz="2200">
                <a:solidFill>
                  <a:schemeClr val="tx1"/>
                </a:solidFill>
              </a:rPr>
              <a:t>Identify users with multiple failed login attempts or unauthorized access attempts.</a:t>
            </a:r>
          </a:p>
          <a:p>
            <a:r>
              <a:rPr lang="en-US" sz="2200" dirty="0">
                <a:solidFill>
                  <a:schemeClr val="tx1"/>
                </a:solidFill>
              </a:rPr>
              <a:t>Analyze user activity patterns and deviations from normal behavior</a:t>
            </a:r>
          </a:p>
          <a:p>
            <a:r>
              <a:rPr lang="en-US" sz="2200">
                <a:solidFill>
                  <a:schemeClr val="tx1"/>
                </a:solidFill>
              </a:rPr>
              <a:t>This search shows user activity during file uploads and downloads (APPE, RETR, STOR), listing timestamps, source IPs, destination IPs, and any available user info. It Helps me detect suspicious file transfers.</a:t>
            </a:r>
          </a:p>
        </p:txBody>
      </p:sp>
      <p:pic>
        <p:nvPicPr>
          <p:cNvPr id="7" name="Picture 6" descr="A screenshot of a computer&#10;&#10;AI-generated content may be incorrect.">
            <a:extLst>
              <a:ext uri="{FF2B5EF4-FFF2-40B4-BE49-F238E27FC236}">
                <a16:creationId xmlns:a16="http://schemas.microsoft.com/office/drawing/2014/main" id="{E018834A-25BE-AE63-B62D-51003083CA7D}"/>
              </a:ext>
            </a:extLst>
          </p:cNvPr>
          <p:cNvPicPr>
            <a:picLocks noChangeAspect="1"/>
          </p:cNvPicPr>
          <p:nvPr/>
        </p:nvPicPr>
        <p:blipFill>
          <a:blip r:embed="rId3"/>
          <a:stretch>
            <a:fillRect/>
          </a:stretch>
        </p:blipFill>
        <p:spPr>
          <a:xfrm>
            <a:off x="8381136" y="2478528"/>
            <a:ext cx="3530309" cy="1553335"/>
          </a:xfrm>
          <a:prstGeom prst="rect">
            <a:avLst/>
          </a:prstGeom>
        </p:spPr>
      </p:pic>
      <p:pic>
        <p:nvPicPr>
          <p:cNvPr id="9" name="Picture 8" descr="A screenshot of a program&#10;&#10;AI-generated content may be incorrect.">
            <a:extLst>
              <a:ext uri="{FF2B5EF4-FFF2-40B4-BE49-F238E27FC236}">
                <a16:creationId xmlns:a16="http://schemas.microsoft.com/office/drawing/2014/main" id="{6E3E1A57-6563-27E3-4C0C-1234B9977A13}"/>
              </a:ext>
            </a:extLst>
          </p:cNvPr>
          <p:cNvPicPr>
            <a:picLocks noChangeAspect="1"/>
          </p:cNvPicPr>
          <p:nvPr/>
        </p:nvPicPr>
        <p:blipFill>
          <a:blip r:embed="rId4"/>
          <a:stretch>
            <a:fillRect/>
          </a:stretch>
        </p:blipFill>
        <p:spPr>
          <a:xfrm>
            <a:off x="8381136" y="4601642"/>
            <a:ext cx="3530309" cy="1403297"/>
          </a:xfrm>
          <a:prstGeom prst="rect">
            <a:avLst/>
          </a:prstGeom>
        </p:spPr>
      </p:pic>
      <p:sp>
        <p:nvSpPr>
          <p:cNvPr id="4" name="Footer Placeholder 3">
            <a:extLst>
              <a:ext uri="{FF2B5EF4-FFF2-40B4-BE49-F238E27FC236}">
                <a16:creationId xmlns:a16="http://schemas.microsoft.com/office/drawing/2014/main" id="{52B12A78-3410-331B-3B8F-63D286C78905}"/>
              </a:ext>
            </a:extLst>
          </p:cNvPr>
          <p:cNvSpPr>
            <a:spLocks noGrp="1"/>
          </p:cNvSpPr>
          <p:nvPr>
            <p:ph type="ftr" sz="quarter" idx="3"/>
          </p:nvPr>
        </p:nvSpPr>
        <p:spPr>
          <a:xfrm>
            <a:off x="4038600" y="6356350"/>
            <a:ext cx="4114800" cy="365125"/>
          </a:xfrm>
        </p:spPr>
        <p:txBody>
          <a:bodyPr vert="horz" lIns="91440" tIns="45720" rIns="91440" bIns="45720" rtlCol="0" anchor="ctr">
            <a:normAutofit/>
          </a:bodyPr>
          <a:lstStyle/>
          <a:p>
            <a:pPr algn="ctr">
              <a:spcAft>
                <a:spcPts val="600"/>
              </a:spcAft>
            </a:pPr>
            <a:r>
              <a:rPr lang="en-US" sz="1200" kern="1200">
                <a:solidFill>
                  <a:schemeClr val="tx1">
                    <a:tint val="75000"/>
                  </a:schemeClr>
                </a:solidFill>
                <a:latin typeface="+mn-lt"/>
                <a:ea typeface="+mn-ea"/>
                <a:cs typeface="+mn-cs"/>
              </a:rPr>
              <a:t>PRESENTATION TITLE</a:t>
            </a:r>
          </a:p>
        </p:txBody>
      </p:sp>
      <p:sp>
        <p:nvSpPr>
          <p:cNvPr id="5" name="Slide Number Placeholder 4">
            <a:extLst>
              <a:ext uri="{FF2B5EF4-FFF2-40B4-BE49-F238E27FC236}">
                <a16:creationId xmlns:a16="http://schemas.microsoft.com/office/drawing/2014/main" id="{9F484994-6CD7-A951-19C4-84A54FC5FC8F}"/>
              </a:ext>
            </a:extLst>
          </p:cNvPr>
          <p:cNvSpPr>
            <a:spLocks noGrp="1"/>
          </p:cNvSpPr>
          <p:nvPr>
            <p:ph type="sldNum" sz="quarter" idx="4"/>
          </p:nvPr>
        </p:nvSpPr>
        <p:spPr>
          <a:xfrm>
            <a:off x="8610600" y="6356350"/>
            <a:ext cx="2743200" cy="365125"/>
          </a:xfrm>
        </p:spPr>
        <p:txBody>
          <a:bodyPr vert="horz" lIns="91440" tIns="45720" rIns="91440" bIns="45720" rtlCol="0" anchor="ctr">
            <a:normAutofit/>
          </a:bodyPr>
          <a:lstStyle/>
          <a:p>
            <a:pPr>
              <a:spcAft>
                <a:spcPts val="600"/>
              </a:spcAft>
              <a:defRPr/>
            </a:pPr>
            <a:fld id="{8D1FC6F8-0BCD-47E9-9C64-690771D9C143}" type="slidenum">
              <a:rPr lang="en-US" sz="1200" smtClean="0">
                <a:solidFill>
                  <a:schemeClr val="tx1">
                    <a:tint val="75000"/>
                  </a:schemeClr>
                </a:solidFill>
              </a:rPr>
              <a:pPr>
                <a:spcAft>
                  <a:spcPts val="600"/>
                </a:spcAft>
                <a:defRPr/>
              </a:pPr>
              <a:t>41</a:t>
            </a:fld>
            <a:endParaRPr lang="en-US" sz="1200">
              <a:solidFill>
                <a:schemeClr val="tx1">
                  <a:tint val="75000"/>
                </a:schemeClr>
              </a:solidFill>
            </a:endParaRPr>
          </a:p>
        </p:txBody>
      </p:sp>
    </p:spTree>
    <p:extLst>
      <p:ext uri="{BB962C8B-B14F-4D97-AF65-F5344CB8AC3E}">
        <p14:creationId xmlns:p14="http://schemas.microsoft.com/office/powerpoint/2010/main" val="200673715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DA59B-4FD4-B565-F2E2-2FB2220BF1E5}"/>
              </a:ext>
            </a:extLst>
          </p:cNvPr>
          <p:cNvSpPr>
            <a:spLocks noGrp="1"/>
          </p:cNvSpPr>
          <p:nvPr>
            <p:ph type="title"/>
          </p:nvPr>
        </p:nvSpPr>
        <p:spPr/>
        <p:txBody>
          <a:bodyPr lIns="91440" tIns="45720" rIns="91440" bIns="45720" anchor="t"/>
          <a:lstStyle/>
          <a:p>
            <a:r>
              <a:rPr lang="en-US" dirty="0">
                <a:ea typeface="+mj-lt"/>
                <a:cs typeface="+mj-lt"/>
              </a:rPr>
              <a:t>Project: Analyzing HTTP Log Files Using Splunk SIEM</a:t>
            </a:r>
            <a:endParaRPr lang="en-US" dirty="0"/>
          </a:p>
        </p:txBody>
      </p:sp>
      <p:sp>
        <p:nvSpPr>
          <p:cNvPr id="3" name="Content Placeholder 2">
            <a:extLst>
              <a:ext uri="{FF2B5EF4-FFF2-40B4-BE49-F238E27FC236}">
                <a16:creationId xmlns:a16="http://schemas.microsoft.com/office/drawing/2014/main" id="{1592FFB2-4901-7561-634B-7A03828ECA92}"/>
              </a:ext>
            </a:extLst>
          </p:cNvPr>
          <p:cNvSpPr>
            <a:spLocks noGrp="1"/>
          </p:cNvSpPr>
          <p:nvPr>
            <p:ph sz="quarter" idx="10"/>
          </p:nvPr>
        </p:nvSpPr>
        <p:spPr>
          <a:xfrm>
            <a:off x="693738" y="1593056"/>
            <a:ext cx="5821363" cy="4449763"/>
          </a:xfrm>
        </p:spPr>
        <p:txBody>
          <a:bodyPr lIns="91440" tIns="45720" rIns="91440" bIns="45720" anchor="t"/>
          <a:lstStyle/>
          <a:p>
            <a:r>
              <a:rPr lang="en-US" sz="1200" b="1" dirty="0"/>
              <a:t>Objectives:</a:t>
            </a:r>
          </a:p>
          <a:p>
            <a:r>
              <a:rPr lang="en-US" sz="1200" b="1" dirty="0">
                <a:ea typeface="+mn-lt"/>
                <a:cs typeface="+mn-lt"/>
              </a:rPr>
              <a:t>Upload and ingest HTTP log files into Splunk</a:t>
            </a:r>
            <a:endParaRPr lang="en-US" sz="1200" dirty="0"/>
          </a:p>
          <a:p>
            <a:r>
              <a:rPr lang="en-US" sz="1200" b="1" dirty="0">
                <a:ea typeface="+mn-lt"/>
                <a:cs typeface="+mn-lt"/>
              </a:rPr>
              <a:t>Search and extract key fields</a:t>
            </a:r>
            <a:r>
              <a:rPr lang="en-US" sz="1200" dirty="0">
                <a:ea typeface="+mn-lt"/>
                <a:cs typeface="+mn-lt"/>
              </a:rPr>
              <a:t> (e.g., method, status code, URI, user-agent, IP)</a:t>
            </a:r>
            <a:endParaRPr lang="en-US" sz="1200" dirty="0"/>
          </a:p>
          <a:p>
            <a:r>
              <a:rPr lang="en-US" sz="1200" b="1" dirty="0">
                <a:ea typeface="+mn-lt"/>
                <a:cs typeface="+mn-lt"/>
              </a:rPr>
              <a:t>Identify top hosts, status codes, and requested URLs</a:t>
            </a:r>
            <a:endParaRPr lang="en-US" sz="1200" dirty="0"/>
          </a:p>
          <a:p>
            <a:r>
              <a:rPr lang="en-US" sz="1200" b="1" dirty="0">
                <a:ea typeface="+mn-lt"/>
                <a:cs typeface="+mn-lt"/>
              </a:rPr>
              <a:t>Detect anomalies</a:t>
            </a:r>
            <a:r>
              <a:rPr lang="en-US" sz="1200" dirty="0">
                <a:ea typeface="+mn-lt"/>
                <a:cs typeface="+mn-lt"/>
              </a:rPr>
              <a:t> (e.g., spike in 404s, suspicious user agents, brute-force patterns)</a:t>
            </a:r>
            <a:endParaRPr lang="en-US" sz="1200" dirty="0"/>
          </a:p>
          <a:p>
            <a:r>
              <a:rPr lang="en-US" sz="1200" b="1" dirty="0">
                <a:ea typeface="+mn-lt"/>
                <a:cs typeface="+mn-lt"/>
              </a:rPr>
              <a:t>Visualize insights</a:t>
            </a:r>
            <a:r>
              <a:rPr lang="en-US" sz="1200" dirty="0">
                <a:ea typeface="+mn-lt"/>
                <a:cs typeface="+mn-lt"/>
              </a:rPr>
              <a:t> in a dashboard (e.g., top IPs, error trends, request volume)</a:t>
            </a:r>
            <a:endParaRPr lang="en-US" sz="1200" dirty="0"/>
          </a:p>
          <a:p>
            <a:pPr>
              <a:buNone/>
            </a:pPr>
            <a:r>
              <a:rPr lang="en-US" sz="1200" b="1" dirty="0"/>
              <a:t>Key Fields to Analyze:</a:t>
            </a:r>
          </a:p>
          <a:p>
            <a:pPr>
              <a:buFont typeface="Arial"/>
              <a:buChar char="•"/>
            </a:pPr>
            <a:r>
              <a:rPr lang="en-US" sz="1200" dirty="0" err="1">
                <a:latin typeface="Consolas"/>
              </a:rPr>
              <a:t>src_ip</a:t>
            </a:r>
            <a:r>
              <a:rPr lang="en-US" sz="1200" dirty="0">
                <a:ea typeface="+mn-lt"/>
                <a:cs typeface="+mn-lt"/>
              </a:rPr>
              <a:t> or </a:t>
            </a:r>
            <a:r>
              <a:rPr lang="en-US" sz="1200" dirty="0" err="1">
                <a:latin typeface="Consolas"/>
              </a:rPr>
              <a:t>clientip</a:t>
            </a:r>
            <a:endParaRPr lang="en-US" sz="1200" dirty="0"/>
          </a:p>
          <a:p>
            <a:pPr>
              <a:buFont typeface="Arial"/>
              <a:buChar char="•"/>
            </a:pPr>
            <a:r>
              <a:rPr lang="en-US" sz="1200" dirty="0">
                <a:latin typeface="Consolas"/>
              </a:rPr>
              <a:t>method</a:t>
            </a:r>
            <a:r>
              <a:rPr lang="en-US" sz="1200" dirty="0">
                <a:ea typeface="+mn-lt"/>
                <a:cs typeface="+mn-lt"/>
              </a:rPr>
              <a:t> (GET, POST, etc.)</a:t>
            </a:r>
            <a:endParaRPr lang="en-US" sz="1200" dirty="0"/>
          </a:p>
          <a:p>
            <a:pPr>
              <a:buFont typeface="Arial"/>
              <a:buChar char="•"/>
            </a:pPr>
            <a:r>
              <a:rPr lang="en-US" sz="1200" dirty="0" err="1">
                <a:latin typeface="Consolas"/>
              </a:rPr>
              <a:t>uri</a:t>
            </a:r>
            <a:r>
              <a:rPr lang="en-US" sz="1200" dirty="0">
                <a:ea typeface="+mn-lt"/>
                <a:cs typeface="+mn-lt"/>
              </a:rPr>
              <a:t> / </a:t>
            </a:r>
            <a:r>
              <a:rPr lang="en-US" sz="1200" dirty="0" err="1">
                <a:latin typeface="Consolas"/>
              </a:rPr>
              <a:t>uri_path</a:t>
            </a:r>
            <a:endParaRPr lang="en-US" sz="1200" dirty="0"/>
          </a:p>
          <a:p>
            <a:pPr>
              <a:buFont typeface="Arial"/>
              <a:buChar char="•"/>
            </a:pPr>
            <a:r>
              <a:rPr lang="en-US" sz="1200" dirty="0">
                <a:latin typeface="Consolas"/>
              </a:rPr>
              <a:t>status</a:t>
            </a:r>
            <a:r>
              <a:rPr lang="en-US" sz="1200" dirty="0">
                <a:ea typeface="+mn-lt"/>
                <a:cs typeface="+mn-lt"/>
              </a:rPr>
              <a:t> (200, 404, 500, etc.)</a:t>
            </a:r>
            <a:endParaRPr lang="en-US" sz="1200" dirty="0"/>
          </a:p>
          <a:p>
            <a:pPr>
              <a:buFont typeface="Arial"/>
              <a:buChar char="•"/>
            </a:pPr>
            <a:r>
              <a:rPr lang="en-US" sz="1200" dirty="0" err="1">
                <a:latin typeface="Consolas"/>
              </a:rPr>
              <a:t>user_agent</a:t>
            </a:r>
            <a:endParaRPr lang="en-US" sz="1200" dirty="0"/>
          </a:p>
          <a:p>
            <a:pPr>
              <a:buFont typeface="Arial"/>
              <a:buChar char="•"/>
            </a:pPr>
            <a:r>
              <a:rPr lang="en-US" sz="1200" dirty="0" err="1">
                <a:latin typeface="Consolas"/>
              </a:rPr>
              <a:t>referer</a:t>
            </a:r>
            <a:endParaRPr lang="en-US" sz="1200" dirty="0"/>
          </a:p>
          <a:p>
            <a:pPr>
              <a:buFont typeface="Arial"/>
              <a:buChar char="•"/>
            </a:pPr>
            <a:r>
              <a:rPr lang="en-US" sz="1200" dirty="0">
                <a:latin typeface="Consolas"/>
              </a:rPr>
              <a:t>_time</a:t>
            </a:r>
            <a:endParaRPr lang="en-US" dirty="0"/>
          </a:p>
          <a:p>
            <a:pPr marL="0" indent="0">
              <a:buNone/>
            </a:pPr>
            <a:endParaRPr lang="en-US" sz="1200" dirty="0"/>
          </a:p>
        </p:txBody>
      </p:sp>
      <p:sp>
        <p:nvSpPr>
          <p:cNvPr id="4" name="Footer Placeholder 3">
            <a:extLst>
              <a:ext uri="{FF2B5EF4-FFF2-40B4-BE49-F238E27FC236}">
                <a16:creationId xmlns:a16="http://schemas.microsoft.com/office/drawing/2014/main" id="{8FAA9C5E-90A3-29D2-14A4-0AC7CD4115C0}"/>
              </a:ext>
            </a:extLst>
          </p:cNvPr>
          <p:cNvSpPr>
            <a:spLocks noGrp="1"/>
          </p:cNvSpPr>
          <p:nvPr>
            <p:ph type="ftr" sz="quarter" idx="3"/>
          </p:nvPr>
        </p:nvSpPr>
        <p:spPr/>
        <p:txBody>
          <a:bodyPr/>
          <a:lstStyle/>
          <a:p>
            <a:r>
              <a:rPr lang="en-US"/>
              <a:t>PRESENTATION TITLE</a:t>
            </a:r>
          </a:p>
        </p:txBody>
      </p:sp>
      <p:sp>
        <p:nvSpPr>
          <p:cNvPr id="5" name="Slide Number Placeholder 4">
            <a:extLst>
              <a:ext uri="{FF2B5EF4-FFF2-40B4-BE49-F238E27FC236}">
                <a16:creationId xmlns:a16="http://schemas.microsoft.com/office/drawing/2014/main" id="{648A5CAD-9312-09C8-D666-4C24A1FACE00}"/>
              </a:ext>
            </a:extLst>
          </p:cNvPr>
          <p:cNvSpPr>
            <a:spLocks noGrp="1"/>
          </p:cNvSpPr>
          <p:nvPr>
            <p:ph type="sldNum" sz="quarter" idx="4"/>
          </p:nvPr>
        </p:nvSpPr>
        <p:spPr/>
        <p:txBody>
          <a:bodyPr/>
          <a:lstStyle/>
          <a:p>
            <a:pPr>
              <a:defRPr/>
            </a:pPr>
            <a:fld id="{8D1FC6F8-0BCD-47E9-9C64-690771D9C143}" type="slidenum">
              <a:rPr lang="en-US" smtClean="0"/>
              <a:pPr>
                <a:defRPr/>
              </a:pPr>
              <a:t>42</a:t>
            </a:fld>
            <a:endParaRPr lang="en-US"/>
          </a:p>
        </p:txBody>
      </p:sp>
      <p:sp>
        <p:nvSpPr>
          <p:cNvPr id="6" name="TextBox 5">
            <a:extLst>
              <a:ext uri="{FF2B5EF4-FFF2-40B4-BE49-F238E27FC236}">
                <a16:creationId xmlns:a16="http://schemas.microsoft.com/office/drawing/2014/main" id="{61B23298-0986-ACD0-BECF-66F53063737A}"/>
              </a:ext>
            </a:extLst>
          </p:cNvPr>
          <p:cNvSpPr txBox="1"/>
          <p:nvPr/>
        </p:nvSpPr>
        <p:spPr>
          <a:xfrm>
            <a:off x="6711694" y="1825692"/>
            <a:ext cx="2743199"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rPr>
              <a:t>📊 Example Insights:</a:t>
            </a:r>
          </a:p>
          <a:p>
            <a:pPr marL="285750" indent="-285750">
              <a:buFont typeface="Arial"/>
              <a:buChar char="•"/>
            </a:pPr>
            <a:r>
              <a:rPr lang="en-US" dirty="0">
                <a:solidFill>
                  <a:schemeClr val="bg1"/>
                </a:solidFill>
                <a:ea typeface="+mn-lt"/>
                <a:cs typeface="+mn-lt"/>
              </a:rPr>
              <a:t>Top requested resources</a:t>
            </a:r>
            <a:endParaRPr lang="en-US" dirty="0">
              <a:solidFill>
                <a:schemeClr val="bg1"/>
              </a:solidFill>
            </a:endParaRPr>
          </a:p>
          <a:p>
            <a:pPr marL="285750" indent="-285750">
              <a:buFont typeface="Arial"/>
              <a:buChar char="•"/>
            </a:pPr>
            <a:r>
              <a:rPr lang="en-US" dirty="0">
                <a:solidFill>
                  <a:schemeClr val="bg1"/>
                </a:solidFill>
                <a:ea typeface="+mn-lt"/>
                <a:cs typeface="+mn-lt"/>
              </a:rPr>
              <a:t>IPs with high 404/403 errors</a:t>
            </a:r>
            <a:endParaRPr lang="en-US" dirty="0">
              <a:solidFill>
                <a:schemeClr val="bg1"/>
              </a:solidFill>
            </a:endParaRPr>
          </a:p>
          <a:p>
            <a:pPr marL="285750" indent="-285750">
              <a:buFont typeface="Arial"/>
              <a:buChar char="•"/>
            </a:pPr>
            <a:r>
              <a:rPr lang="en-US" dirty="0">
                <a:solidFill>
                  <a:schemeClr val="bg1"/>
                </a:solidFill>
                <a:ea typeface="+mn-lt"/>
                <a:cs typeface="+mn-lt"/>
              </a:rPr>
              <a:t>Possible scanning or crawling activity</a:t>
            </a:r>
            <a:endParaRPr lang="en-US" dirty="0">
              <a:solidFill>
                <a:schemeClr val="bg1"/>
              </a:solidFill>
            </a:endParaRPr>
          </a:p>
          <a:p>
            <a:pPr marL="285750" indent="-285750">
              <a:buFont typeface="Arial"/>
              <a:buChar char="•"/>
            </a:pPr>
            <a:r>
              <a:rPr lang="en-US" dirty="0">
                <a:solidFill>
                  <a:schemeClr val="bg1"/>
                </a:solidFill>
                <a:ea typeface="+mn-lt"/>
                <a:cs typeface="+mn-lt"/>
              </a:rPr>
              <a:t>Suspicious request bursts (DoS or brute-force)</a:t>
            </a:r>
            <a:endParaRPr lang="en-US" dirty="0">
              <a:solidFill>
                <a:schemeClr val="bg1"/>
              </a:solidFill>
            </a:endParaRPr>
          </a:p>
          <a:p>
            <a:pPr marL="285750" indent="-285750">
              <a:buFont typeface="Arial"/>
              <a:buChar char="•"/>
            </a:pPr>
            <a:r>
              <a:rPr lang="en-US" dirty="0">
                <a:solidFill>
                  <a:schemeClr val="bg1"/>
                </a:solidFill>
                <a:ea typeface="+mn-lt"/>
                <a:cs typeface="+mn-lt"/>
              </a:rPr>
              <a:t>Abnormal HTTP methods (e.g., DELETE, PUT)</a:t>
            </a:r>
            <a:endParaRPr lang="en-US" dirty="0">
              <a:solidFill>
                <a:schemeClr val="bg1"/>
              </a:solidFill>
            </a:endParaRPr>
          </a:p>
          <a:p>
            <a:pPr algn="l"/>
            <a:endParaRPr lang="en-US" dirty="0">
              <a:solidFill>
                <a:schemeClr val="bg1"/>
              </a:solidFill>
            </a:endParaRPr>
          </a:p>
        </p:txBody>
      </p:sp>
    </p:spTree>
    <p:extLst>
      <p:ext uri="{BB962C8B-B14F-4D97-AF65-F5344CB8AC3E}">
        <p14:creationId xmlns:p14="http://schemas.microsoft.com/office/powerpoint/2010/main" val="17944816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A4CCA-37A7-9318-5DB8-561FEE537CF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EE2EDFE-7D79-C9BF-7681-E137831305A7}"/>
              </a:ext>
            </a:extLst>
          </p:cNvPr>
          <p:cNvSpPr>
            <a:spLocks noGrp="1"/>
          </p:cNvSpPr>
          <p:nvPr>
            <p:ph sz="quarter" idx="10"/>
          </p:nvPr>
        </p:nvSpPr>
        <p:spPr/>
        <p:txBody>
          <a:bodyPr/>
          <a:lstStyle/>
          <a:p>
            <a:endParaRPr lang="en-US"/>
          </a:p>
        </p:txBody>
      </p:sp>
      <p:sp>
        <p:nvSpPr>
          <p:cNvPr id="4" name="Footer Placeholder 3">
            <a:extLst>
              <a:ext uri="{FF2B5EF4-FFF2-40B4-BE49-F238E27FC236}">
                <a16:creationId xmlns:a16="http://schemas.microsoft.com/office/drawing/2014/main" id="{2EBBB223-7AC1-DD3C-EFB1-DD789CAC5995}"/>
              </a:ext>
            </a:extLst>
          </p:cNvPr>
          <p:cNvSpPr>
            <a:spLocks noGrp="1"/>
          </p:cNvSpPr>
          <p:nvPr>
            <p:ph type="ftr" sz="quarter" idx="3"/>
          </p:nvPr>
        </p:nvSpPr>
        <p:spPr/>
        <p:txBody>
          <a:bodyPr/>
          <a:lstStyle/>
          <a:p>
            <a:r>
              <a:rPr lang="en-US"/>
              <a:t>PRESENTATION TITLE</a:t>
            </a:r>
          </a:p>
        </p:txBody>
      </p:sp>
      <p:sp>
        <p:nvSpPr>
          <p:cNvPr id="5" name="Slide Number Placeholder 4">
            <a:extLst>
              <a:ext uri="{FF2B5EF4-FFF2-40B4-BE49-F238E27FC236}">
                <a16:creationId xmlns:a16="http://schemas.microsoft.com/office/drawing/2014/main" id="{69FC35E1-20AE-CFC8-64E5-0A6B7645CDAB}"/>
              </a:ext>
            </a:extLst>
          </p:cNvPr>
          <p:cNvSpPr>
            <a:spLocks noGrp="1"/>
          </p:cNvSpPr>
          <p:nvPr>
            <p:ph type="sldNum" sz="quarter" idx="4"/>
          </p:nvPr>
        </p:nvSpPr>
        <p:spPr/>
        <p:txBody>
          <a:bodyPr/>
          <a:lstStyle/>
          <a:p>
            <a:pPr>
              <a:defRPr/>
            </a:pPr>
            <a:fld id="{8D1FC6F8-0BCD-47E9-9C64-690771D9C143}" type="slidenum">
              <a:rPr lang="en-US" smtClean="0"/>
              <a:pPr>
                <a:defRPr/>
              </a:pPr>
              <a:t>43</a:t>
            </a:fld>
            <a:endParaRPr lang="en-US"/>
          </a:p>
        </p:txBody>
      </p:sp>
    </p:spTree>
    <p:extLst>
      <p:ext uri="{BB962C8B-B14F-4D97-AF65-F5344CB8AC3E}">
        <p14:creationId xmlns:p14="http://schemas.microsoft.com/office/powerpoint/2010/main" val="41836694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8A6AD16E-8FB5-4AC7-941E-313FBED6044E}"/>
              </a:ext>
            </a:extLst>
          </p:cNvPr>
          <p:cNvSpPr>
            <a:spLocks noGrp="1"/>
          </p:cNvSpPr>
          <p:nvPr>
            <p:ph type="title"/>
          </p:nvPr>
        </p:nvSpPr>
        <p:spPr>
          <a:xfrm>
            <a:off x="5679441" y="1259911"/>
            <a:ext cx="5124189" cy="492302"/>
          </a:xfrm>
        </p:spPr>
        <p:txBody>
          <a:bodyPr/>
          <a:lstStyle/>
          <a:p>
            <a:r>
              <a:rPr lang="en-US"/>
              <a:t>Summary</a:t>
            </a:r>
          </a:p>
        </p:txBody>
      </p:sp>
      <p:sp>
        <p:nvSpPr>
          <p:cNvPr id="22" name="Text Placeholder 21">
            <a:extLst>
              <a:ext uri="{FF2B5EF4-FFF2-40B4-BE49-F238E27FC236}">
                <a16:creationId xmlns:a16="http://schemas.microsoft.com/office/drawing/2014/main" id="{A3F3E4C8-A3E9-4D1E-AAF8-A6C4EF21F04E}"/>
              </a:ext>
            </a:extLst>
          </p:cNvPr>
          <p:cNvSpPr>
            <a:spLocks noGrp="1"/>
          </p:cNvSpPr>
          <p:nvPr>
            <p:ph type="body" sz="quarter" idx="14"/>
          </p:nvPr>
        </p:nvSpPr>
        <p:spPr>
          <a:xfrm>
            <a:off x="5679441" y="1752212"/>
            <a:ext cx="4856479" cy="2413388"/>
          </a:xfrm>
        </p:spPr>
        <p:txBody>
          <a:bodyPr/>
          <a:lstStyle/>
          <a:p>
            <a:r>
              <a:rPr lang="en-US"/>
              <a:t>At Contoso, we believe in giving 110%. By using our next-generation data architecture, we help organizations virtually manage agile workflows. We thrive because of our market knowledge and great team behind our product. As our CEO says, "Efficiencies will come from proactively transforming how we do business."​</a:t>
            </a:r>
          </a:p>
        </p:txBody>
      </p:sp>
      <p:sp>
        <p:nvSpPr>
          <p:cNvPr id="11" name="Footer Placeholder 10">
            <a:extLst>
              <a:ext uri="{FF2B5EF4-FFF2-40B4-BE49-F238E27FC236}">
                <a16:creationId xmlns:a16="http://schemas.microsoft.com/office/drawing/2014/main" id="{A2EB208E-E68C-4B43-8AD1-6B9A7F5F5BF5}"/>
              </a:ext>
            </a:extLst>
          </p:cNvPr>
          <p:cNvSpPr>
            <a:spLocks noGrp="1"/>
          </p:cNvSpPr>
          <p:nvPr>
            <p:ph type="ftr" sz="quarter" idx="3"/>
          </p:nvPr>
        </p:nvSpPr>
        <p:spPr>
          <a:xfrm rot="5400000">
            <a:off x="10541127" y="1408176"/>
            <a:ext cx="2770499" cy="365125"/>
          </a:xfrm>
        </p:spPr>
        <p:txBody>
          <a:bodyPr/>
          <a:lstStyle/>
          <a:p>
            <a:r>
              <a:rPr lang="en-US"/>
              <a:t>PRESENTATION TITLE</a:t>
            </a:r>
          </a:p>
        </p:txBody>
      </p:sp>
      <p:sp>
        <p:nvSpPr>
          <p:cNvPr id="12" name="Slide Number Placeholder 11">
            <a:extLst>
              <a:ext uri="{FF2B5EF4-FFF2-40B4-BE49-F238E27FC236}">
                <a16:creationId xmlns:a16="http://schemas.microsoft.com/office/drawing/2014/main" id="{312822BD-8CF7-4472-A607-0DD012817DB6}"/>
              </a:ext>
            </a:extLst>
          </p:cNvPr>
          <p:cNvSpPr>
            <a:spLocks noGrp="1"/>
          </p:cNvSpPr>
          <p:nvPr>
            <p:ph type="sldNum" sz="quarter" idx="4"/>
          </p:nvPr>
        </p:nvSpPr>
        <p:spPr>
          <a:xfrm>
            <a:off x="11519019" y="3164804"/>
            <a:ext cx="545911" cy="580029"/>
          </a:xfrm>
        </p:spPr>
        <p:txBody>
          <a:bodyPr/>
          <a:lstStyle/>
          <a:p>
            <a:fld id="{FEA145A6-660C-42A7-85AF-AF42E3C0A892}" type="slidenum">
              <a:rPr lang="en-US" smtClean="0"/>
              <a:pPr/>
              <a:t>44</a:t>
            </a:fld>
            <a:endParaRPr lang="en-US"/>
          </a:p>
        </p:txBody>
      </p:sp>
    </p:spTree>
    <p:extLst>
      <p:ext uri="{BB962C8B-B14F-4D97-AF65-F5344CB8AC3E}">
        <p14:creationId xmlns:p14="http://schemas.microsoft.com/office/powerpoint/2010/main" val="29460343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9EF1D37D-7D53-43D9-B054-3B3A36C7C4FF}"/>
              </a:ext>
            </a:extLst>
          </p:cNvPr>
          <p:cNvSpPr>
            <a:spLocks noGrp="1"/>
          </p:cNvSpPr>
          <p:nvPr>
            <p:ph type="title"/>
          </p:nvPr>
        </p:nvSpPr>
        <p:spPr>
          <a:xfrm>
            <a:off x="1026850" y="563671"/>
            <a:ext cx="4989629" cy="2387771"/>
          </a:xfrm>
        </p:spPr>
        <p:txBody>
          <a:bodyPr/>
          <a:lstStyle/>
          <a:p>
            <a:r>
              <a:rPr lang="en-US"/>
              <a:t>Thank you </a:t>
            </a:r>
          </a:p>
        </p:txBody>
      </p:sp>
      <p:sp>
        <p:nvSpPr>
          <p:cNvPr id="9" name="Text Placeholder 8">
            <a:extLst>
              <a:ext uri="{FF2B5EF4-FFF2-40B4-BE49-F238E27FC236}">
                <a16:creationId xmlns:a16="http://schemas.microsoft.com/office/drawing/2014/main" id="{54B54C36-E55C-4D10-96EB-21DBB6481D7E}"/>
              </a:ext>
            </a:extLst>
          </p:cNvPr>
          <p:cNvSpPr>
            <a:spLocks noGrp="1"/>
          </p:cNvSpPr>
          <p:nvPr>
            <p:ph type="body" sz="quarter" idx="12"/>
          </p:nvPr>
        </p:nvSpPr>
        <p:spPr>
          <a:xfrm>
            <a:off x="1026852" y="3531676"/>
            <a:ext cx="4989628" cy="1756576"/>
          </a:xfrm>
        </p:spPr>
        <p:txBody>
          <a:bodyPr>
            <a:normAutofit/>
          </a:bodyPr>
          <a:lstStyle/>
          <a:p>
            <a:r>
              <a:rPr lang="en-US"/>
              <a:t>Mirjam Nilsson​​</a:t>
            </a:r>
          </a:p>
          <a:p>
            <a:r>
              <a:rPr lang="en-US"/>
              <a:t>206-555-0146​</a:t>
            </a:r>
          </a:p>
          <a:p>
            <a:r>
              <a:rPr lang="en-US"/>
              <a:t>mirjam@contoso.com​</a:t>
            </a:r>
          </a:p>
          <a:p>
            <a:r>
              <a:rPr lang="en-US"/>
              <a:t>www.contoso.com​</a:t>
            </a:r>
          </a:p>
        </p:txBody>
      </p:sp>
      <p:sp>
        <p:nvSpPr>
          <p:cNvPr id="21" name="Footer Placeholder 20">
            <a:extLst>
              <a:ext uri="{FF2B5EF4-FFF2-40B4-BE49-F238E27FC236}">
                <a16:creationId xmlns:a16="http://schemas.microsoft.com/office/drawing/2014/main" id="{3C259BDD-35DF-471C-9AF0-858004861761}"/>
              </a:ext>
            </a:extLst>
          </p:cNvPr>
          <p:cNvSpPr>
            <a:spLocks noGrp="1"/>
          </p:cNvSpPr>
          <p:nvPr>
            <p:ph type="ftr" sz="quarter" idx="3"/>
          </p:nvPr>
        </p:nvSpPr>
        <p:spPr>
          <a:xfrm rot="5400000">
            <a:off x="10541127" y="1408176"/>
            <a:ext cx="2770499" cy="365125"/>
          </a:xfrm>
        </p:spPr>
        <p:txBody>
          <a:bodyPr/>
          <a:lstStyle/>
          <a:p>
            <a:r>
              <a:rPr lang="en-US"/>
              <a:t>PRESENTATION TITLE</a:t>
            </a:r>
          </a:p>
        </p:txBody>
      </p:sp>
      <p:sp>
        <p:nvSpPr>
          <p:cNvPr id="22" name="Slide Number Placeholder 21">
            <a:extLst>
              <a:ext uri="{FF2B5EF4-FFF2-40B4-BE49-F238E27FC236}">
                <a16:creationId xmlns:a16="http://schemas.microsoft.com/office/drawing/2014/main" id="{D185F1A6-517F-4333-A04B-A1833CCBA402}"/>
              </a:ext>
            </a:extLst>
          </p:cNvPr>
          <p:cNvSpPr>
            <a:spLocks noGrp="1"/>
          </p:cNvSpPr>
          <p:nvPr>
            <p:ph type="sldNum" sz="quarter" idx="4"/>
          </p:nvPr>
        </p:nvSpPr>
        <p:spPr>
          <a:xfrm>
            <a:off x="11519019" y="3164804"/>
            <a:ext cx="545911" cy="580029"/>
          </a:xfrm>
        </p:spPr>
        <p:txBody>
          <a:bodyPr/>
          <a:lstStyle/>
          <a:p>
            <a:fld id="{8D1FC6F8-0BCD-47E9-9C64-690771D9C143}" type="slidenum">
              <a:rPr lang="en-US" smtClean="0"/>
              <a:pPr/>
              <a:t>45</a:t>
            </a:fld>
            <a:endParaRPr lang="en-US"/>
          </a:p>
        </p:txBody>
      </p:sp>
    </p:spTree>
    <p:extLst>
      <p:ext uri="{BB962C8B-B14F-4D97-AF65-F5344CB8AC3E}">
        <p14:creationId xmlns:p14="http://schemas.microsoft.com/office/powerpoint/2010/main" val="2806944598"/>
      </p:ext>
    </p:extLst>
  </p:cSld>
  <p:clrMapOvr>
    <a:masterClrMapping/>
  </p:clrMapOvr>
</p:sld>
</file>

<file path=ppt/theme/theme1.xml><?xml version="1.0" encoding="utf-8"?>
<a:theme xmlns:a="http://schemas.openxmlformats.org/drawingml/2006/main" name="Office Theme">
  <a:themeElements>
    <a:clrScheme name="Custom 18">
      <a:dk1>
        <a:sysClr val="windowText" lastClr="000000"/>
      </a:dk1>
      <a:lt1>
        <a:sysClr val="window" lastClr="FFFFFF"/>
      </a:lt1>
      <a:dk2>
        <a:srgbClr val="140A59"/>
      </a:dk2>
      <a:lt2>
        <a:srgbClr val="E7E6E6"/>
      </a:lt2>
      <a:accent1>
        <a:srgbClr val="2B0348"/>
      </a:accent1>
      <a:accent2>
        <a:srgbClr val="763788"/>
      </a:accent2>
      <a:accent3>
        <a:srgbClr val="EF050C"/>
      </a:accent3>
      <a:accent4>
        <a:srgbClr val="B01E4C"/>
      </a:accent4>
      <a:accent5>
        <a:srgbClr val="0565FA"/>
      </a:accent5>
      <a:accent6>
        <a:srgbClr val="0BE1FF"/>
      </a:accent6>
      <a:hlink>
        <a:srgbClr val="0563C1"/>
      </a:hlink>
      <a:folHlink>
        <a:srgbClr val="954F72"/>
      </a:folHlink>
    </a:clrScheme>
    <a:fontScheme name="Custom 15">
      <a:majorFont>
        <a:latin typeface="Century Gothic Bold"/>
        <a:ea typeface=""/>
        <a:cs typeface=""/>
      </a:majorFont>
      <a:minorFont>
        <a:latin typeface="Daytona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3089DF1-5746-46EC-AE4D-E0FEEFA364EF}">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08D07AFA-56ED-494E-AC96-7D874BD7F8DE}">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customXml/itemProps3.xml><?xml version="1.0" encoding="utf-8"?>
<ds:datastoreItem xmlns:ds="http://schemas.openxmlformats.org/officeDocument/2006/customXml" ds:itemID="{4C3B034D-ACEF-4C52-A048-622E130B9A24}">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TM56488565</Template>
  <Application>Microsoft Office PowerPoint</Application>
  <PresentationFormat>Widescreen</PresentationFormat>
  <Slides>45</Slides>
  <Notes>0</Notes>
  <HiddenSlides>0</HiddenSlides>
  <ScaleCrop>false</ScaleCrop>
  <HeadingPairs>
    <vt:vector size="4" baseType="variant">
      <vt:variant>
        <vt:lpstr>Theme</vt:lpstr>
      </vt:variant>
      <vt:variant>
        <vt:i4>1</vt:i4>
      </vt:variant>
      <vt:variant>
        <vt:lpstr>Slide Titles</vt:lpstr>
      </vt:variant>
      <vt:variant>
        <vt:i4>45</vt:i4>
      </vt:variant>
    </vt:vector>
  </HeadingPairs>
  <TitlesOfParts>
    <vt:vector size="46" baseType="lpstr">
      <vt:lpstr>Office Theme</vt:lpstr>
      <vt:lpstr>SIEM SPLUNK</vt:lpstr>
      <vt:lpstr>About this project</vt:lpstr>
      <vt:lpstr>Installing my splunk enterprise</vt:lpstr>
      <vt:lpstr>Configuring listening port</vt:lpstr>
      <vt:lpstr>Configuring my splunk forwarder hostname &amp; ip</vt:lpstr>
      <vt:lpstr>Data summary</vt:lpstr>
      <vt:lpstr>Pinging my host on command prompt</vt:lpstr>
      <vt:lpstr>Uploaded my dns logs file</vt:lpstr>
      <vt:lpstr>Zeek-Formatted DNS LogS</vt:lpstr>
      <vt:lpstr>This tells Splunk, “I want to extract fields from this sample log format.”</vt:lpstr>
      <vt:lpstr> manual regex extraction for the custom_dns_logs sourcetype. using the regex route it gives me better control, accuracy for my DNS log fields.</vt:lpstr>
      <vt:lpstr>Searching for dns events</vt:lpstr>
      <vt:lpstr>Extracting Relevant Fields </vt:lpstr>
      <vt:lpstr>Identifying dns anomalities</vt:lpstr>
      <vt:lpstr>IDENTIFY ANOMALITIES</vt:lpstr>
      <vt:lpstr>Identify anomalies</vt:lpstr>
      <vt:lpstr>Top dns source &amp; Unusual Record Types Like TXT, NULL, or ANY</vt:lpstr>
      <vt:lpstr>Frequent NXDOMAIN Responses</vt:lpstr>
      <vt:lpstr>Investigating Suspicious Domains</vt:lpstr>
      <vt:lpstr>Spot Unusual or Rarely Queried Domains</vt:lpstr>
      <vt:lpstr>With this step, I was being able to:</vt:lpstr>
      <vt:lpstr>Analyzing FTP Log Files Using Splunk SIEM </vt:lpstr>
      <vt:lpstr>Verifying upload</vt:lpstr>
      <vt:lpstr>GUI Field Extractor</vt:lpstr>
      <vt:lpstr>Highlighting each field in the sample event and name</vt:lpstr>
      <vt:lpstr>clean columns for each field.</vt:lpstr>
      <vt:lpstr>Determine Frequency and Volume of File Transfers</vt:lpstr>
      <vt:lpstr>Daily Upload Trends Track uploads over time: </vt:lpstr>
      <vt:lpstr>Top Source IPs by Upload Count Identify most active uploader IP addresses: </vt:lpstr>
      <vt:lpstr>Transfer Volume—Total Bytes by IP/User Sum and average bytes transferred: </vt:lpstr>
      <vt:lpstr>File Type Analysis Extract file types from the URI </vt:lpstr>
      <vt:lpstr>Detecting Sudden Spikes or Drops in File Transfers This help me analyze file uploads over time to detect spikes or drops: </vt:lpstr>
      <vt:lpstr>Detect Transfers to or from Suspicious IP Addresses</vt:lpstr>
      <vt:lpstr>Statistical Outlier Detection Using outlier Command This Splunk command helps flag unusual spikes in numeric time-series: </vt:lpstr>
      <vt:lpstr>This will give me only those time buckets with anomalous upload volumes.</vt:lpstr>
      <vt:lpstr>Detecting Anomalies in FTP File Transfer Logs Using Splunk </vt:lpstr>
      <vt:lpstr>Time-Based Anomaly Detection. Purpose: Flag time ranges where transfer activity deviated from normal behavior.</vt:lpstr>
      <vt:lpstr>Detect Anomalies </vt:lpstr>
      <vt:lpstr>Look for unusual patterns in file transfer activity. Analyze sudden spikes or drops in file transfer volume. Then setup my dashboard </vt:lpstr>
      <vt:lpstr>Investigate file transfers to or from suspicious IP addresses. Use statistical analysis or machine learning models to detect anomalies. </vt:lpstr>
      <vt:lpstr>Monitor User Behavior – Goal Breakdown</vt:lpstr>
      <vt:lpstr>Project: Analyzing HTTP Log Files Using Splunk SIEM</vt:lpstr>
      <vt:lpstr>PowerPoint Presentation</vt:lpstr>
      <vt:lpstr>Summary</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317</cp:revision>
  <dcterms:created xsi:type="dcterms:W3CDTF">2025-06-13T13:07:54Z</dcterms:created>
  <dcterms:modified xsi:type="dcterms:W3CDTF">2025-06-26T12:09:12Z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